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theme+xml" PartName="/ppt/theme/theme1.xml"/>
  <Override ContentType="application/vnd.openxmlformats-officedocument.theme+xml" PartName="/ppt/theme/theme2.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custom-properties+xml" PartName="/docProps/custom.xml"/>
  <Override ContentType="application/binary" PartName="/ppt/metadata"/>
  <Override ContentType="application/vnd.openxmlformats-officedocument.presentationml.notesMaster+xml" PartName="/ppt/notesMasters/notesMaster1.xml"/>
  <Override ContentType="application/vnd.openxmlformats-officedocument.presentationml.presProps+xml" PartName="/ppt/presProps.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y="6858000" cx="12188825"/>
  <p:notesSz cx="6858000" cy="9144000"/>
  <p:embeddedFontLst>
    <p:embeddedFont>
      <p:font typeface="Libre Franklin"/>
      <p:regular r:id="rId72"/>
      <p:bold r:id="rId73"/>
      <p:italic r:id="rId74"/>
      <p:boldItalic r:id="rId75"/>
    </p:embeddedFont>
    <p:embeddedFont>
      <p:font typeface="Constantia"/>
      <p:regular r:id="rId76"/>
      <p:bold r:id="rId77"/>
      <p:italic r:id="rId78"/>
      <p:boldItalic r:id="rId7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39">
          <p15:clr>
            <a:srgbClr val="000000"/>
          </p15:clr>
        </p15:guide>
      </p15:sldGuideLst>
    </p:ext>
    <p:ext uri="http://customooxmlschemas.google.com/">
      <go:slidesCustomData xmlns:go="http://customooxmlschemas.google.com/" r:id="rId80" roundtripDataSignature="AMtx7miC+/5sMOjCNzCbnUODr1g86XOJ9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692D370-42DD-417D-B0AC-AE7A047628CA}">
  <a:tblStyle styleId="{5692D370-42DD-417D-B0AC-AE7A047628CA}" styleName="Table_0">
    <a:wholeTbl>
      <a:tcTxStyle b="off" i="off">
        <a:font>
          <a:latin typeface="Franklin Gothic Book"/>
          <a:ea typeface="Franklin Gothic Book"/>
          <a:cs typeface="Franklin Gothic Book"/>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39"/>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80" Type="http://customschemas.google.com/relationships/presentationmetadata" Target="meta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LibreFranklin-bold.fntdata"/><Relationship Id="rId72" Type="http://schemas.openxmlformats.org/officeDocument/2006/relationships/font" Target="fonts/LibreFranklin-regular.fntdata"/><Relationship Id="rId31" Type="http://schemas.openxmlformats.org/officeDocument/2006/relationships/slide" Target="slides/slide25.xml"/><Relationship Id="rId75" Type="http://schemas.openxmlformats.org/officeDocument/2006/relationships/font" Target="fonts/LibreFranklin-boldItalic.fntdata"/><Relationship Id="rId30" Type="http://schemas.openxmlformats.org/officeDocument/2006/relationships/slide" Target="slides/slide24.xml"/><Relationship Id="rId74" Type="http://schemas.openxmlformats.org/officeDocument/2006/relationships/font" Target="fonts/LibreFranklin-italic.fntdata"/><Relationship Id="rId33" Type="http://schemas.openxmlformats.org/officeDocument/2006/relationships/slide" Target="slides/slide27.xml"/><Relationship Id="rId77" Type="http://schemas.openxmlformats.org/officeDocument/2006/relationships/font" Target="fonts/Constantia-bold.fntdata"/><Relationship Id="rId32" Type="http://schemas.openxmlformats.org/officeDocument/2006/relationships/slide" Target="slides/slide26.xml"/><Relationship Id="rId76" Type="http://schemas.openxmlformats.org/officeDocument/2006/relationships/font" Target="fonts/Constantia-regular.fntdata"/><Relationship Id="rId35" Type="http://schemas.openxmlformats.org/officeDocument/2006/relationships/slide" Target="slides/slide29.xml"/><Relationship Id="rId79" Type="http://schemas.openxmlformats.org/officeDocument/2006/relationships/font" Target="fonts/Constantia-boldItalic.fntdata"/><Relationship Id="rId34" Type="http://schemas.openxmlformats.org/officeDocument/2006/relationships/slide" Target="slides/slide28.xml"/><Relationship Id="rId78" Type="http://schemas.openxmlformats.org/officeDocument/2006/relationships/font" Target="fonts/Constantia-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2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p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2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p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2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p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2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2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p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2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2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2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3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3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3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p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3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3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3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3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3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0" name="Google Shape;340;p3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45" name="Google Shape;345;p4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8" name="Shape 348"/>
        <p:cNvGrpSpPr/>
        <p:nvPr/>
      </p:nvGrpSpPr>
      <p:grpSpPr>
        <a:xfrm>
          <a:off x="0" y="0"/>
          <a:ext cx="0" cy="0"/>
          <a:chOff x="0" y="0"/>
          <a:chExt cx="0" cy="0"/>
        </a:xfrm>
      </p:grpSpPr>
      <p:sp>
        <p:nvSpPr>
          <p:cNvPr id="349" name="Google Shape;349;p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0" name="Google Shape;350;p4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4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4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p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4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4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4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4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p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4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8" name="Shape 388"/>
        <p:cNvGrpSpPr/>
        <p:nvPr/>
      </p:nvGrpSpPr>
      <p:grpSpPr>
        <a:xfrm>
          <a:off x="0" y="0"/>
          <a:ext cx="0" cy="0"/>
          <a:chOff x="0" y="0"/>
          <a:chExt cx="0" cy="0"/>
        </a:xfrm>
      </p:grpSpPr>
      <p:sp>
        <p:nvSpPr>
          <p:cNvPr id="389" name="Google Shape;389;p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4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p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5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5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p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5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5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p5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p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5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5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0" name="Shape 430"/>
        <p:cNvGrpSpPr/>
        <p:nvPr/>
      </p:nvGrpSpPr>
      <p:grpSpPr>
        <a:xfrm>
          <a:off x="0" y="0"/>
          <a:ext cx="0" cy="0"/>
          <a:chOff x="0" y="0"/>
          <a:chExt cx="0" cy="0"/>
        </a:xfrm>
      </p:grpSpPr>
      <p:sp>
        <p:nvSpPr>
          <p:cNvPr id="431" name="Google Shape;431;p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5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p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5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p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6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p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6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6" name="Shape 456"/>
        <p:cNvGrpSpPr/>
        <p:nvPr/>
      </p:nvGrpSpPr>
      <p:grpSpPr>
        <a:xfrm>
          <a:off x="0" y="0"/>
          <a:ext cx="0" cy="0"/>
          <a:chOff x="0" y="0"/>
          <a:chExt cx="0" cy="0"/>
        </a:xfrm>
      </p:grpSpPr>
      <p:sp>
        <p:nvSpPr>
          <p:cNvPr id="457" name="Google Shape;457;p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6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p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6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4" name="Shape 474"/>
        <p:cNvGrpSpPr/>
        <p:nvPr/>
      </p:nvGrpSpPr>
      <p:grpSpPr>
        <a:xfrm>
          <a:off x="0" y="0"/>
          <a:ext cx="0" cy="0"/>
          <a:chOff x="0" y="0"/>
          <a:chExt cx="0" cy="0"/>
        </a:xfrm>
      </p:grpSpPr>
      <p:sp>
        <p:nvSpPr>
          <p:cNvPr id="475" name="Google Shape;475;p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9" name="Shape 19"/>
        <p:cNvGrpSpPr/>
        <p:nvPr/>
      </p:nvGrpSpPr>
      <p:grpSpPr>
        <a:xfrm>
          <a:off x="0" y="0"/>
          <a:ext cx="0" cy="0"/>
          <a:chOff x="0" y="0"/>
          <a:chExt cx="0" cy="0"/>
        </a:xfrm>
      </p:grpSpPr>
      <p:grpSp>
        <p:nvGrpSpPr>
          <p:cNvPr id="20" name="Google Shape;20;p67"/>
          <p:cNvGrpSpPr/>
          <p:nvPr/>
        </p:nvGrpSpPr>
        <p:grpSpPr>
          <a:xfrm>
            <a:off x="0" y="0"/>
            <a:ext cx="12188825" cy="6858000"/>
            <a:chOff x="0" y="0"/>
            <a:chExt cx="9144000" cy="6858000"/>
          </a:xfrm>
        </p:grpSpPr>
        <p:sp>
          <p:nvSpPr>
            <p:cNvPr id="21" name="Google Shape;21;p67"/>
            <p:cNvSpPr/>
            <p:nvPr/>
          </p:nvSpPr>
          <p:spPr>
            <a:xfrm>
              <a:off x="0" y="0"/>
              <a:ext cx="7162800" cy="6858000"/>
            </a:xfrm>
            <a:prstGeom prst="rect">
              <a:avLst/>
            </a:prstGeom>
            <a:gradFill>
              <a:gsLst>
                <a:gs pos="0">
                  <a:srgbClr val="010101">
                    <a:alpha val="51764"/>
                  </a:srgbClr>
                </a:gs>
                <a:gs pos="60000">
                  <a:srgbClr val="FEFEFE">
                    <a:alpha val="0"/>
                  </a:srgbClr>
                </a:gs>
                <a:gs pos="100000">
                  <a:srgbClr val="FEFEFE">
                    <a:alpha val="0"/>
                  </a:srgbClr>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22" name="Google Shape;22;p67"/>
            <p:cNvSpPr/>
            <p:nvPr/>
          </p:nvSpPr>
          <p:spPr>
            <a:xfrm>
              <a:off x="1143000" y="0"/>
              <a:ext cx="8001000" cy="6858000"/>
            </a:xfrm>
            <a:prstGeom prst="rect">
              <a:avLst/>
            </a:prstGeom>
            <a:gradFill>
              <a:gsLst>
                <a:gs pos="0">
                  <a:srgbClr val="010101">
                    <a:alpha val="55686"/>
                  </a:srgbClr>
                </a:gs>
                <a:gs pos="61000">
                  <a:srgbClr val="FEFEFE">
                    <a:alpha val="0"/>
                  </a:srgbClr>
                </a:gs>
                <a:gs pos="100000">
                  <a:srgbClr val="FEFEF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23" name="Google Shape;23;p67"/>
          <p:cNvSpPr/>
          <p:nvPr/>
        </p:nvSpPr>
        <p:spPr>
          <a:xfrm rot="10800000">
            <a:off x="1188786" y="5617774"/>
            <a:ext cx="9841350" cy="537210"/>
          </a:xfrm>
          <a:custGeom>
            <a:rect b="b" l="l" r="r" t="t"/>
            <a:pathLst>
              <a:path extrusionOk="0" h="495300" w="7955280">
                <a:moveTo>
                  <a:pt x="0" y="495300"/>
                </a:moveTo>
                <a:lnTo>
                  <a:pt x="169546" y="0"/>
                </a:lnTo>
                <a:lnTo>
                  <a:pt x="3966210" y="95250"/>
                </a:lnTo>
                <a:lnTo>
                  <a:pt x="7785734" y="0"/>
                </a:lnTo>
                <a:lnTo>
                  <a:pt x="7955280" y="495300"/>
                </a:lnTo>
                <a:lnTo>
                  <a:pt x="0" y="495300"/>
                </a:lnTo>
                <a:close/>
              </a:path>
            </a:pathLst>
          </a:custGeom>
          <a:gradFill>
            <a:gsLst>
              <a:gs pos="0">
                <a:srgbClr val="010101">
                  <a:alpha val="33725"/>
                </a:srgbClr>
              </a:gs>
              <a:gs pos="30000">
                <a:srgbClr val="010101">
                  <a:alpha val="33725"/>
                </a:srgbClr>
              </a:gs>
              <a:gs pos="100000">
                <a:srgbClr val="010101">
                  <a:alpha val="2588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24" name="Google Shape;24;p67"/>
          <p:cNvSpPr/>
          <p:nvPr/>
        </p:nvSpPr>
        <p:spPr>
          <a:xfrm>
            <a:off x="1319593" y="1016990"/>
            <a:ext cx="9570484" cy="4831643"/>
          </a:xfrm>
          <a:prstGeom prst="rect">
            <a:avLst/>
          </a:prstGeom>
          <a:solidFill>
            <a:srgbClr val="FEFEFE"/>
          </a:solid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25" name="Google Shape;25;p67"/>
          <p:cNvSpPr/>
          <p:nvPr/>
        </p:nvSpPr>
        <p:spPr>
          <a:xfrm>
            <a:off x="1320457" y="1009651"/>
            <a:ext cx="9570484" cy="4831643"/>
          </a:xfrm>
          <a:prstGeom prst="rect">
            <a:avLst/>
          </a:prstGeom>
          <a:blipFill rotWithShape="1">
            <a:blip r:embed="rId2">
              <a:alphaModFix amt="20000"/>
            </a:blip>
            <a:tile algn="tl" flip="none" tx="0" sx="100000" ty="0" sy="100000"/>
          </a:blip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pic>
        <p:nvPicPr>
          <p:cNvPr descr="C:\Users\Administrator\Desktop\Pushpin Dev\Assets\pushpinLeft.png" id="26" name="Google Shape;26;p67"/>
          <p:cNvPicPr preferRelativeResize="0"/>
          <p:nvPr/>
        </p:nvPicPr>
        <p:blipFill rotWithShape="1">
          <a:blip r:embed="rId3">
            <a:alphaModFix/>
          </a:blip>
          <a:srcRect b="0" l="0" r="0" t="0"/>
          <a:stretch/>
        </p:blipFill>
        <p:spPr>
          <a:xfrm rot="1435684">
            <a:off x="1025761" y="702069"/>
            <a:ext cx="756911" cy="567830"/>
          </a:xfrm>
          <a:prstGeom prst="rect">
            <a:avLst/>
          </a:prstGeom>
          <a:noFill/>
          <a:ln>
            <a:noFill/>
          </a:ln>
        </p:spPr>
      </p:pic>
      <p:pic>
        <p:nvPicPr>
          <p:cNvPr descr="C:\Users\Administrator\Desktop\Pushpin Dev\Assets\pushpinLeft.png" id="27" name="Google Shape;27;p67"/>
          <p:cNvPicPr preferRelativeResize="0"/>
          <p:nvPr/>
        </p:nvPicPr>
        <p:blipFill rotWithShape="1">
          <a:blip r:embed="rId3">
            <a:alphaModFix/>
          </a:blip>
          <a:srcRect b="0" l="0" r="0" t="0"/>
          <a:stretch/>
        </p:blipFill>
        <p:spPr>
          <a:xfrm rot="4096196">
            <a:off x="10565573" y="655331"/>
            <a:ext cx="566928" cy="755707"/>
          </a:xfrm>
          <a:prstGeom prst="rect">
            <a:avLst/>
          </a:prstGeom>
          <a:noFill/>
          <a:ln>
            <a:noFill/>
          </a:ln>
        </p:spPr>
      </p:pic>
      <p:sp>
        <p:nvSpPr>
          <p:cNvPr id="28" name="Google Shape;28;p67"/>
          <p:cNvSpPr txBox="1"/>
          <p:nvPr>
            <p:ph type="ctrTitle"/>
          </p:nvPr>
        </p:nvSpPr>
        <p:spPr>
          <a:xfrm>
            <a:off x="2302335" y="1794935"/>
            <a:ext cx="7629303" cy="1828090"/>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800"/>
              <a:buFont typeface="Constantia"/>
              <a:buNone/>
              <a:defRPr sz="48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67"/>
          <p:cNvSpPr txBox="1"/>
          <p:nvPr>
            <p:ph idx="1" type="subTitle"/>
          </p:nvPr>
        </p:nvSpPr>
        <p:spPr>
          <a:xfrm>
            <a:off x="2302334" y="3736622"/>
            <a:ext cx="7614255" cy="1524000"/>
          </a:xfrm>
          <a:prstGeom prst="rect">
            <a:avLst/>
          </a:prstGeom>
          <a:noFill/>
          <a:ln>
            <a:noFill/>
          </a:ln>
        </p:spPr>
        <p:txBody>
          <a:bodyPr anchorCtr="0" anchor="t" bIns="45700" lIns="91425" spcFirstLastPara="1" rIns="91425" wrap="square" tIns="45700">
            <a:normAutofit/>
          </a:bodyPr>
          <a:lstStyle>
            <a:lvl1pPr lvl="0" algn="ctr">
              <a:spcBef>
                <a:spcPts val="480"/>
              </a:spcBef>
              <a:spcAft>
                <a:spcPts val="0"/>
              </a:spcAft>
              <a:buSzPts val="2040"/>
              <a:buNone/>
              <a:defRPr>
                <a:solidFill>
                  <a:schemeClr val="dk2"/>
                </a:solidFill>
              </a:defRPr>
            </a:lvl1pPr>
            <a:lvl2pPr lvl="1" algn="ctr">
              <a:spcBef>
                <a:spcPts val="440"/>
              </a:spcBef>
              <a:spcAft>
                <a:spcPts val="0"/>
              </a:spcAft>
              <a:buSzPts val="1870"/>
              <a:buNone/>
              <a:defRPr>
                <a:solidFill>
                  <a:srgbClr val="888888"/>
                </a:solidFill>
              </a:defRPr>
            </a:lvl2pPr>
            <a:lvl3pPr lvl="2" algn="ctr">
              <a:spcBef>
                <a:spcPts val="400"/>
              </a:spcBef>
              <a:spcAft>
                <a:spcPts val="0"/>
              </a:spcAft>
              <a:buSzPts val="1700"/>
              <a:buNone/>
              <a:defRPr>
                <a:solidFill>
                  <a:srgbClr val="888888"/>
                </a:solidFill>
              </a:defRPr>
            </a:lvl3pPr>
            <a:lvl4pPr lvl="3" algn="ctr">
              <a:spcBef>
                <a:spcPts val="360"/>
              </a:spcBef>
              <a:spcAft>
                <a:spcPts val="0"/>
              </a:spcAft>
              <a:buSzPts val="1530"/>
              <a:buNone/>
              <a:defRPr>
                <a:solidFill>
                  <a:srgbClr val="888888"/>
                </a:solidFill>
              </a:defRPr>
            </a:lvl4pPr>
            <a:lvl5pPr lvl="4" algn="ctr">
              <a:spcBef>
                <a:spcPts val="320"/>
              </a:spcBef>
              <a:spcAft>
                <a:spcPts val="0"/>
              </a:spcAft>
              <a:buSzPts val="1360"/>
              <a:buNone/>
              <a:defRPr>
                <a:solidFill>
                  <a:srgbClr val="888888"/>
                </a:solidFill>
              </a:defRPr>
            </a:lvl5pPr>
            <a:lvl6pPr lvl="5" algn="ctr">
              <a:spcBef>
                <a:spcPts val="320"/>
              </a:spcBef>
              <a:spcAft>
                <a:spcPts val="0"/>
              </a:spcAft>
              <a:buSzPts val="1360"/>
              <a:buNone/>
              <a:defRPr>
                <a:solidFill>
                  <a:srgbClr val="888888"/>
                </a:solidFill>
              </a:defRPr>
            </a:lvl6pPr>
            <a:lvl7pPr lvl="6" algn="ctr">
              <a:spcBef>
                <a:spcPts val="320"/>
              </a:spcBef>
              <a:spcAft>
                <a:spcPts val="0"/>
              </a:spcAft>
              <a:buSzPts val="1360"/>
              <a:buNone/>
              <a:defRPr>
                <a:solidFill>
                  <a:srgbClr val="888888"/>
                </a:solidFill>
              </a:defRPr>
            </a:lvl7pPr>
            <a:lvl8pPr lvl="7" algn="ctr">
              <a:spcBef>
                <a:spcPts val="320"/>
              </a:spcBef>
              <a:spcAft>
                <a:spcPts val="0"/>
              </a:spcAft>
              <a:buSzPts val="1360"/>
              <a:buNone/>
              <a:defRPr>
                <a:solidFill>
                  <a:srgbClr val="888888"/>
                </a:solidFill>
              </a:defRPr>
            </a:lvl8pPr>
            <a:lvl9pPr lvl="8" algn="ctr">
              <a:spcBef>
                <a:spcPts val="320"/>
              </a:spcBef>
              <a:spcAft>
                <a:spcPts val="0"/>
              </a:spcAft>
              <a:buSzPts val="1360"/>
              <a:buNone/>
              <a:defRPr>
                <a:solidFill>
                  <a:srgbClr val="888888"/>
                </a:solidFill>
              </a:defRPr>
            </a:lvl9pPr>
          </a:lstStyle>
          <a:p/>
        </p:txBody>
      </p:sp>
      <p:sp>
        <p:nvSpPr>
          <p:cNvPr id="30" name="Google Shape;30;p67"/>
          <p:cNvSpPr txBox="1"/>
          <p:nvPr>
            <p:ph idx="10" type="dt"/>
          </p:nvPr>
        </p:nvSpPr>
        <p:spPr>
          <a:xfrm>
            <a:off x="9025218" y="535759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7"/>
          <p:cNvSpPr txBox="1"/>
          <p:nvPr>
            <p:ph idx="11" type="ftr"/>
          </p:nvPr>
        </p:nvSpPr>
        <p:spPr>
          <a:xfrm>
            <a:off x="1564985" y="5357593"/>
            <a:ext cx="671137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7"/>
          <p:cNvSpPr txBox="1"/>
          <p:nvPr>
            <p:ph idx="12" type="sldNum"/>
          </p:nvPr>
        </p:nvSpPr>
        <p:spPr>
          <a:xfrm>
            <a:off x="8283083" y="5357593"/>
            <a:ext cx="738505" cy="365125"/>
          </a:xfrm>
          <a:prstGeom prst="rect">
            <a:avLst/>
          </a:prstGeom>
          <a:noFill/>
          <a:ln>
            <a:noFill/>
          </a:ln>
        </p:spPr>
        <p:txBody>
          <a:bodyPr anchorCtr="0" anchor="ctr" bIns="45700" lIns="91425" spcFirstLastPara="1" rIns="91425" wrap="square" tIns="45700">
            <a:noAutofit/>
          </a:bodyPr>
          <a:lstStyle>
            <a:lvl1pPr indent="0" lvl="0" marL="0" algn="ctr">
              <a:spcBef>
                <a:spcPts val="0"/>
              </a:spcBef>
              <a:buNone/>
              <a:defRPr b="0" i="0" sz="1400" u="none" cap="none" strike="noStrike">
                <a:solidFill>
                  <a:schemeClr val="dk2"/>
                </a:solidFill>
                <a:latin typeface="Arial"/>
                <a:ea typeface="Arial"/>
                <a:cs typeface="Arial"/>
                <a:sym typeface="Arial"/>
              </a:defRPr>
            </a:lvl1pPr>
            <a:lvl2pPr indent="0" lvl="1" marL="0" algn="ctr">
              <a:spcBef>
                <a:spcPts val="0"/>
              </a:spcBef>
              <a:buNone/>
              <a:defRPr b="0" i="0" sz="1400" u="none" cap="none" strike="noStrike">
                <a:solidFill>
                  <a:schemeClr val="dk2"/>
                </a:solidFill>
                <a:latin typeface="Arial"/>
                <a:ea typeface="Arial"/>
                <a:cs typeface="Arial"/>
                <a:sym typeface="Arial"/>
              </a:defRPr>
            </a:lvl2pPr>
            <a:lvl3pPr indent="0" lvl="2" marL="0" algn="ctr">
              <a:spcBef>
                <a:spcPts val="0"/>
              </a:spcBef>
              <a:buNone/>
              <a:defRPr b="0" i="0" sz="1400" u="none" cap="none" strike="noStrike">
                <a:solidFill>
                  <a:schemeClr val="dk2"/>
                </a:solidFill>
                <a:latin typeface="Arial"/>
                <a:ea typeface="Arial"/>
                <a:cs typeface="Arial"/>
                <a:sym typeface="Arial"/>
              </a:defRPr>
            </a:lvl3pPr>
            <a:lvl4pPr indent="0" lvl="3" marL="0" algn="ctr">
              <a:spcBef>
                <a:spcPts val="0"/>
              </a:spcBef>
              <a:buNone/>
              <a:defRPr b="0" i="0" sz="1400" u="none" cap="none" strike="noStrike">
                <a:solidFill>
                  <a:schemeClr val="dk2"/>
                </a:solidFill>
                <a:latin typeface="Arial"/>
                <a:ea typeface="Arial"/>
                <a:cs typeface="Arial"/>
                <a:sym typeface="Arial"/>
              </a:defRPr>
            </a:lvl4pPr>
            <a:lvl5pPr indent="0" lvl="4" marL="0" algn="ctr">
              <a:spcBef>
                <a:spcPts val="0"/>
              </a:spcBef>
              <a:buNone/>
              <a:defRPr b="0" i="0" sz="1400" u="none" cap="none" strike="noStrike">
                <a:solidFill>
                  <a:schemeClr val="dk2"/>
                </a:solidFill>
                <a:latin typeface="Arial"/>
                <a:ea typeface="Arial"/>
                <a:cs typeface="Arial"/>
                <a:sym typeface="Arial"/>
              </a:defRPr>
            </a:lvl5pPr>
            <a:lvl6pPr indent="0" lvl="5" marL="0" algn="ctr">
              <a:spcBef>
                <a:spcPts val="0"/>
              </a:spcBef>
              <a:buNone/>
              <a:defRPr b="0" i="0" sz="1400" u="none" cap="none" strike="noStrike">
                <a:solidFill>
                  <a:schemeClr val="dk2"/>
                </a:solidFill>
                <a:latin typeface="Arial"/>
                <a:ea typeface="Arial"/>
                <a:cs typeface="Arial"/>
                <a:sym typeface="Arial"/>
              </a:defRPr>
            </a:lvl6pPr>
            <a:lvl7pPr indent="0" lvl="6" marL="0" algn="ctr">
              <a:spcBef>
                <a:spcPts val="0"/>
              </a:spcBef>
              <a:buNone/>
              <a:defRPr b="0" i="0" sz="1400" u="none" cap="none" strike="noStrike">
                <a:solidFill>
                  <a:schemeClr val="dk2"/>
                </a:solidFill>
                <a:latin typeface="Arial"/>
                <a:ea typeface="Arial"/>
                <a:cs typeface="Arial"/>
                <a:sym typeface="Arial"/>
              </a:defRPr>
            </a:lvl7pPr>
            <a:lvl8pPr indent="0" lvl="7" marL="0" algn="ctr">
              <a:spcBef>
                <a:spcPts val="0"/>
              </a:spcBef>
              <a:buNone/>
              <a:defRPr b="0" i="0" sz="1400" u="none" cap="none" strike="noStrike">
                <a:solidFill>
                  <a:schemeClr val="dk2"/>
                </a:solidFill>
                <a:latin typeface="Arial"/>
                <a:ea typeface="Arial"/>
                <a:cs typeface="Arial"/>
                <a:sym typeface="Arial"/>
              </a:defRPr>
            </a:lvl8pPr>
            <a:lvl9pPr indent="0" lvl="8" marL="0" algn="ctr">
              <a:spcBef>
                <a:spcPts val="0"/>
              </a:spcBef>
              <a:buNone/>
              <a:defRPr b="0" i="0" sz="1400" u="none" cap="none" strike="noStrike">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33" name="Shape 33"/>
        <p:cNvGrpSpPr/>
        <p:nvPr/>
      </p:nvGrpSpPr>
      <p:grpSpPr>
        <a:xfrm>
          <a:off x="0" y="0"/>
          <a:ext cx="0" cy="0"/>
          <a:chOff x="0" y="0"/>
          <a:chExt cx="0" cy="0"/>
        </a:xfrm>
      </p:grpSpPr>
      <p:sp>
        <p:nvSpPr>
          <p:cNvPr id="34" name="Google Shape;34;p68"/>
          <p:cNvSpPr txBox="1"/>
          <p:nvPr>
            <p:ph type="title"/>
          </p:nvPr>
        </p:nvSpPr>
        <p:spPr>
          <a:xfrm>
            <a:off x="1459651" y="817583"/>
            <a:ext cx="9284575" cy="120248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68"/>
          <p:cNvSpPr txBox="1"/>
          <p:nvPr>
            <p:ph idx="1" type="body"/>
          </p:nvPr>
        </p:nvSpPr>
        <p:spPr>
          <a:xfrm>
            <a:off x="1950213" y="2119257"/>
            <a:ext cx="8259722" cy="3603812"/>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
        <p:nvSpPr>
          <p:cNvPr id="36" name="Google Shape;36;p68"/>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68"/>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8"/>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69"/>
          <p:cNvSpPr txBox="1"/>
          <p:nvPr>
            <p:ph type="title"/>
          </p:nvPr>
        </p:nvSpPr>
        <p:spPr>
          <a:xfrm>
            <a:off x="1459651" y="817583"/>
            <a:ext cx="9284575" cy="120248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69"/>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2" name="Google Shape;42;p69"/>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9"/>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44" name="Google Shape;44;p69"/>
          <p:cNvSpPr txBox="1"/>
          <p:nvPr>
            <p:ph idx="1" type="body"/>
          </p:nvPr>
        </p:nvSpPr>
        <p:spPr>
          <a:xfrm>
            <a:off x="1730813" y="2121407"/>
            <a:ext cx="4266089" cy="3602736"/>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
        <p:nvSpPr>
          <p:cNvPr id="45" name="Google Shape;45;p69"/>
          <p:cNvSpPr txBox="1"/>
          <p:nvPr>
            <p:ph idx="2" type="body"/>
          </p:nvPr>
        </p:nvSpPr>
        <p:spPr>
          <a:xfrm>
            <a:off x="6216301" y="2119313"/>
            <a:ext cx="4266089" cy="3605212"/>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6" name="Shape 46"/>
        <p:cNvGrpSpPr/>
        <p:nvPr/>
      </p:nvGrpSpPr>
      <p:grpSpPr>
        <a:xfrm>
          <a:off x="0" y="0"/>
          <a:ext cx="0" cy="0"/>
          <a:chOff x="0" y="0"/>
          <a:chExt cx="0" cy="0"/>
        </a:xfrm>
      </p:grpSpPr>
      <p:sp>
        <p:nvSpPr>
          <p:cNvPr id="47" name="Google Shape;47;p70"/>
          <p:cNvSpPr txBox="1"/>
          <p:nvPr>
            <p:ph type="title"/>
          </p:nvPr>
        </p:nvSpPr>
        <p:spPr>
          <a:xfrm>
            <a:off x="1926137" y="2239431"/>
            <a:ext cx="8336554" cy="1362075"/>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4000"/>
              <a:buFont typeface="Constantia"/>
              <a:buNone/>
              <a:defRPr b="0" sz="4000"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0"/>
          <p:cNvSpPr txBox="1"/>
          <p:nvPr>
            <p:ph idx="1" type="body"/>
          </p:nvPr>
        </p:nvSpPr>
        <p:spPr>
          <a:xfrm>
            <a:off x="1941184" y="3725335"/>
            <a:ext cx="8306459" cy="1309511"/>
          </a:xfrm>
          <a:prstGeom prst="rect">
            <a:avLst/>
          </a:prstGeom>
          <a:noFill/>
          <a:ln>
            <a:noFill/>
          </a:ln>
        </p:spPr>
        <p:txBody>
          <a:bodyPr anchorCtr="0" anchor="t" bIns="45700" lIns="91425" spcFirstLastPara="1" rIns="91425" wrap="square" tIns="45700">
            <a:normAutofit/>
          </a:bodyPr>
          <a:lstStyle>
            <a:lvl1pPr indent="-228600" lvl="0" marL="457200" algn="ctr">
              <a:spcBef>
                <a:spcPts val="400"/>
              </a:spcBef>
              <a:spcAft>
                <a:spcPts val="0"/>
              </a:spcAft>
              <a:buSzPts val="1700"/>
              <a:buNone/>
              <a:defRPr sz="2000">
                <a:solidFill>
                  <a:schemeClr val="dk2"/>
                </a:solidFill>
              </a:defRPr>
            </a:lvl1pPr>
            <a:lvl2pPr indent="-228600" lvl="1" marL="914400" algn="l">
              <a:spcBef>
                <a:spcPts val="360"/>
              </a:spcBef>
              <a:spcAft>
                <a:spcPts val="0"/>
              </a:spcAft>
              <a:buSzPts val="1530"/>
              <a:buNone/>
              <a:defRPr sz="1800">
                <a:solidFill>
                  <a:srgbClr val="888888"/>
                </a:solidFill>
              </a:defRPr>
            </a:lvl2pPr>
            <a:lvl3pPr indent="-228600" lvl="2" marL="1371600" algn="l">
              <a:spcBef>
                <a:spcPts val="320"/>
              </a:spcBef>
              <a:spcAft>
                <a:spcPts val="0"/>
              </a:spcAft>
              <a:buSzPts val="1360"/>
              <a:buNone/>
              <a:defRPr sz="1600">
                <a:solidFill>
                  <a:srgbClr val="888888"/>
                </a:solidFill>
              </a:defRPr>
            </a:lvl3pPr>
            <a:lvl4pPr indent="-228600" lvl="3" marL="1828800" algn="l">
              <a:spcBef>
                <a:spcPts val="280"/>
              </a:spcBef>
              <a:spcAft>
                <a:spcPts val="0"/>
              </a:spcAft>
              <a:buSzPts val="1190"/>
              <a:buNone/>
              <a:defRPr sz="1400">
                <a:solidFill>
                  <a:srgbClr val="888888"/>
                </a:solidFill>
              </a:defRPr>
            </a:lvl4pPr>
            <a:lvl5pPr indent="-228600" lvl="4" marL="2286000" algn="l">
              <a:spcBef>
                <a:spcPts val="280"/>
              </a:spcBef>
              <a:spcAft>
                <a:spcPts val="0"/>
              </a:spcAft>
              <a:buSzPts val="1190"/>
              <a:buNone/>
              <a:defRPr sz="1400">
                <a:solidFill>
                  <a:srgbClr val="888888"/>
                </a:solidFill>
              </a:defRPr>
            </a:lvl5pPr>
            <a:lvl6pPr indent="-228600" lvl="5" marL="2743200" algn="l">
              <a:spcBef>
                <a:spcPts val="280"/>
              </a:spcBef>
              <a:spcAft>
                <a:spcPts val="0"/>
              </a:spcAft>
              <a:buSzPts val="1190"/>
              <a:buNone/>
              <a:defRPr sz="1400">
                <a:solidFill>
                  <a:srgbClr val="888888"/>
                </a:solidFill>
              </a:defRPr>
            </a:lvl6pPr>
            <a:lvl7pPr indent="-228600" lvl="6" marL="3200400" algn="l">
              <a:spcBef>
                <a:spcPts val="280"/>
              </a:spcBef>
              <a:spcAft>
                <a:spcPts val="0"/>
              </a:spcAft>
              <a:buSzPts val="1190"/>
              <a:buNone/>
              <a:defRPr sz="1400">
                <a:solidFill>
                  <a:srgbClr val="888888"/>
                </a:solidFill>
              </a:defRPr>
            </a:lvl7pPr>
            <a:lvl8pPr indent="-228600" lvl="7" marL="3657600" algn="l">
              <a:spcBef>
                <a:spcPts val="280"/>
              </a:spcBef>
              <a:spcAft>
                <a:spcPts val="0"/>
              </a:spcAft>
              <a:buSzPts val="1190"/>
              <a:buNone/>
              <a:defRPr sz="1400">
                <a:solidFill>
                  <a:srgbClr val="888888"/>
                </a:solidFill>
              </a:defRPr>
            </a:lvl8pPr>
            <a:lvl9pPr indent="-228600" lvl="8" marL="4114800" algn="l">
              <a:spcBef>
                <a:spcPts val="280"/>
              </a:spcBef>
              <a:spcAft>
                <a:spcPts val="0"/>
              </a:spcAft>
              <a:buSzPts val="1190"/>
              <a:buNone/>
              <a:defRPr sz="1400">
                <a:solidFill>
                  <a:srgbClr val="888888"/>
                </a:solidFill>
              </a:defRPr>
            </a:lvl9pPr>
          </a:lstStyle>
          <a:p/>
        </p:txBody>
      </p:sp>
      <p:sp>
        <p:nvSpPr>
          <p:cNvPr id="49" name="Google Shape;49;p70"/>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0" name="Google Shape;50;p70"/>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1" name="Google Shape;51;p70"/>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2" name="Shape 52"/>
        <p:cNvGrpSpPr/>
        <p:nvPr/>
      </p:nvGrpSpPr>
      <p:grpSpPr>
        <a:xfrm>
          <a:off x="0" y="0"/>
          <a:ext cx="0" cy="0"/>
          <a:chOff x="0" y="0"/>
          <a:chExt cx="0" cy="0"/>
        </a:xfrm>
      </p:grpSpPr>
      <p:sp>
        <p:nvSpPr>
          <p:cNvPr id="53" name="Google Shape;53;p71"/>
          <p:cNvSpPr txBox="1"/>
          <p:nvPr>
            <p:ph type="title"/>
          </p:nvPr>
        </p:nvSpPr>
        <p:spPr>
          <a:xfrm>
            <a:off x="1459651" y="817583"/>
            <a:ext cx="9284575" cy="120248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onstant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1"/>
          <p:cNvSpPr txBox="1"/>
          <p:nvPr>
            <p:ph idx="1" type="body"/>
          </p:nvPr>
        </p:nvSpPr>
        <p:spPr>
          <a:xfrm>
            <a:off x="2076618" y="2122312"/>
            <a:ext cx="3918341" cy="820208"/>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1700"/>
              <a:buNone/>
              <a:defRPr b="1"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530"/>
              <a:buNone/>
              <a:defRPr b="1" sz="1800"/>
            </a:lvl3pPr>
            <a:lvl4pPr indent="-228600" lvl="3" marL="1828800" algn="l">
              <a:spcBef>
                <a:spcPts val="320"/>
              </a:spcBef>
              <a:spcAft>
                <a:spcPts val="0"/>
              </a:spcAft>
              <a:buSzPts val="1360"/>
              <a:buNone/>
              <a:defRPr b="1" sz="1600"/>
            </a:lvl4pPr>
            <a:lvl5pPr indent="-228600" lvl="4" marL="2286000" algn="l">
              <a:spcBef>
                <a:spcPts val="320"/>
              </a:spcBef>
              <a:spcAft>
                <a:spcPts val="0"/>
              </a:spcAft>
              <a:buSzPts val="1360"/>
              <a:buNone/>
              <a:defRPr b="1" sz="1600"/>
            </a:lvl5pPr>
            <a:lvl6pPr indent="-228600" lvl="5" marL="2743200" algn="l">
              <a:spcBef>
                <a:spcPts val="320"/>
              </a:spcBef>
              <a:spcAft>
                <a:spcPts val="0"/>
              </a:spcAft>
              <a:buSzPts val="1360"/>
              <a:buNone/>
              <a:defRPr b="1" sz="1600"/>
            </a:lvl6pPr>
            <a:lvl7pPr indent="-228600" lvl="6" marL="3200400" algn="l">
              <a:spcBef>
                <a:spcPts val="320"/>
              </a:spcBef>
              <a:spcAft>
                <a:spcPts val="0"/>
              </a:spcAft>
              <a:buSzPts val="1360"/>
              <a:buNone/>
              <a:defRPr b="1" sz="1600"/>
            </a:lvl7pPr>
            <a:lvl8pPr indent="-228600" lvl="7" marL="3657600" algn="l">
              <a:spcBef>
                <a:spcPts val="320"/>
              </a:spcBef>
              <a:spcAft>
                <a:spcPts val="0"/>
              </a:spcAft>
              <a:buSzPts val="1360"/>
              <a:buNone/>
              <a:defRPr b="1" sz="1600"/>
            </a:lvl8pPr>
            <a:lvl9pPr indent="-228600" lvl="8" marL="4114800" algn="l">
              <a:spcBef>
                <a:spcPts val="320"/>
              </a:spcBef>
              <a:spcAft>
                <a:spcPts val="0"/>
              </a:spcAft>
              <a:buSzPts val="1360"/>
              <a:buNone/>
              <a:defRPr b="1" sz="1600"/>
            </a:lvl9pPr>
          </a:lstStyle>
          <a:p/>
        </p:txBody>
      </p:sp>
      <p:sp>
        <p:nvSpPr>
          <p:cNvPr id="55" name="Google Shape;55;p71"/>
          <p:cNvSpPr txBox="1"/>
          <p:nvPr>
            <p:ph idx="2" type="body"/>
          </p:nvPr>
        </p:nvSpPr>
        <p:spPr>
          <a:xfrm>
            <a:off x="6545853" y="2122311"/>
            <a:ext cx="3924802" cy="822960"/>
          </a:xfrm>
          <a:prstGeom prst="rect">
            <a:avLst/>
          </a:prstGeom>
          <a:noFill/>
          <a:ln>
            <a:noFill/>
          </a:ln>
        </p:spPr>
        <p:txBody>
          <a:bodyPr anchorCtr="0" anchor="b" bIns="45700" lIns="91425" spcFirstLastPara="1" rIns="91425" wrap="square" tIns="45700">
            <a:normAutofit/>
          </a:bodyPr>
          <a:lstStyle>
            <a:lvl1pPr indent="-228600" lvl="0" marL="457200" algn="ctr">
              <a:spcBef>
                <a:spcPts val="400"/>
              </a:spcBef>
              <a:spcAft>
                <a:spcPts val="0"/>
              </a:spcAft>
              <a:buSzPts val="1700"/>
              <a:buNone/>
              <a:defRPr b="1" sz="2000">
                <a:solidFill>
                  <a:schemeClr val="dk2"/>
                </a:solidFill>
              </a:defRPr>
            </a:lvl1pPr>
            <a:lvl2pPr indent="-228600" lvl="1" marL="914400" algn="l">
              <a:spcBef>
                <a:spcPts val="400"/>
              </a:spcBef>
              <a:spcAft>
                <a:spcPts val="0"/>
              </a:spcAft>
              <a:buSzPts val="1700"/>
              <a:buNone/>
              <a:defRPr b="1" sz="2000"/>
            </a:lvl2pPr>
            <a:lvl3pPr indent="-228600" lvl="2" marL="1371600" algn="l">
              <a:spcBef>
                <a:spcPts val="360"/>
              </a:spcBef>
              <a:spcAft>
                <a:spcPts val="0"/>
              </a:spcAft>
              <a:buSzPts val="1530"/>
              <a:buNone/>
              <a:defRPr b="1" sz="1800"/>
            </a:lvl3pPr>
            <a:lvl4pPr indent="-228600" lvl="3" marL="1828800" algn="l">
              <a:spcBef>
                <a:spcPts val="320"/>
              </a:spcBef>
              <a:spcAft>
                <a:spcPts val="0"/>
              </a:spcAft>
              <a:buSzPts val="1360"/>
              <a:buNone/>
              <a:defRPr b="1" sz="1600"/>
            </a:lvl4pPr>
            <a:lvl5pPr indent="-228600" lvl="4" marL="2286000" algn="l">
              <a:spcBef>
                <a:spcPts val="320"/>
              </a:spcBef>
              <a:spcAft>
                <a:spcPts val="0"/>
              </a:spcAft>
              <a:buSzPts val="1360"/>
              <a:buNone/>
              <a:defRPr b="1" sz="1600"/>
            </a:lvl5pPr>
            <a:lvl6pPr indent="-228600" lvl="5" marL="2743200" algn="l">
              <a:spcBef>
                <a:spcPts val="320"/>
              </a:spcBef>
              <a:spcAft>
                <a:spcPts val="0"/>
              </a:spcAft>
              <a:buSzPts val="1360"/>
              <a:buNone/>
              <a:defRPr b="1" sz="1600"/>
            </a:lvl6pPr>
            <a:lvl7pPr indent="-228600" lvl="6" marL="3200400" algn="l">
              <a:spcBef>
                <a:spcPts val="320"/>
              </a:spcBef>
              <a:spcAft>
                <a:spcPts val="0"/>
              </a:spcAft>
              <a:buSzPts val="1360"/>
              <a:buNone/>
              <a:defRPr b="1" sz="1600"/>
            </a:lvl7pPr>
            <a:lvl8pPr indent="-228600" lvl="7" marL="3657600" algn="l">
              <a:spcBef>
                <a:spcPts val="320"/>
              </a:spcBef>
              <a:spcAft>
                <a:spcPts val="0"/>
              </a:spcAft>
              <a:buSzPts val="1360"/>
              <a:buNone/>
              <a:defRPr b="1" sz="1600"/>
            </a:lvl8pPr>
            <a:lvl9pPr indent="-228600" lvl="8" marL="4114800" algn="l">
              <a:spcBef>
                <a:spcPts val="320"/>
              </a:spcBef>
              <a:spcAft>
                <a:spcPts val="0"/>
              </a:spcAft>
              <a:buSzPts val="1360"/>
              <a:buNone/>
              <a:defRPr b="1" sz="1600"/>
            </a:lvl9pPr>
          </a:lstStyle>
          <a:p/>
        </p:txBody>
      </p:sp>
      <p:sp>
        <p:nvSpPr>
          <p:cNvPr id="56" name="Google Shape;56;p71"/>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71"/>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71"/>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
        <p:nvSpPr>
          <p:cNvPr id="59" name="Google Shape;59;p71"/>
          <p:cNvSpPr txBox="1"/>
          <p:nvPr>
            <p:ph idx="3" type="body"/>
          </p:nvPr>
        </p:nvSpPr>
        <p:spPr>
          <a:xfrm>
            <a:off x="1730813" y="2944368"/>
            <a:ext cx="4302655" cy="2779776"/>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
        <p:nvSpPr>
          <p:cNvPr id="60" name="Google Shape;60;p71"/>
          <p:cNvSpPr txBox="1"/>
          <p:nvPr>
            <p:ph idx="4" type="body"/>
          </p:nvPr>
        </p:nvSpPr>
        <p:spPr>
          <a:xfrm>
            <a:off x="6191922" y="2944813"/>
            <a:ext cx="4302655" cy="2779776"/>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1" name="Shape 61"/>
        <p:cNvGrpSpPr/>
        <p:nvPr/>
      </p:nvGrpSpPr>
      <p:grpSpPr>
        <a:xfrm>
          <a:off x="0" y="0"/>
          <a:ext cx="0" cy="0"/>
          <a:chOff x="0" y="0"/>
          <a:chExt cx="0" cy="0"/>
        </a:xfrm>
      </p:grpSpPr>
      <p:sp>
        <p:nvSpPr>
          <p:cNvPr id="62" name="Google Shape;62;p72"/>
          <p:cNvSpPr txBox="1"/>
          <p:nvPr>
            <p:ph type="title"/>
          </p:nvPr>
        </p:nvSpPr>
        <p:spPr>
          <a:xfrm>
            <a:off x="1459651" y="817583"/>
            <a:ext cx="9284575" cy="120248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2"/>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2"/>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5" name="Google Shape;65;p72"/>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73"/>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73"/>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73"/>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0" name="Shape 70"/>
        <p:cNvGrpSpPr/>
        <p:nvPr/>
      </p:nvGrpSpPr>
      <p:grpSpPr>
        <a:xfrm>
          <a:off x="0" y="0"/>
          <a:ext cx="0" cy="0"/>
          <a:chOff x="0" y="0"/>
          <a:chExt cx="0" cy="0"/>
        </a:xfrm>
      </p:grpSpPr>
      <p:grpSp>
        <p:nvGrpSpPr>
          <p:cNvPr id="71" name="Google Shape;71;p74"/>
          <p:cNvGrpSpPr/>
          <p:nvPr/>
        </p:nvGrpSpPr>
        <p:grpSpPr>
          <a:xfrm>
            <a:off x="0" y="0"/>
            <a:ext cx="12188825" cy="6858000"/>
            <a:chOff x="0" y="0"/>
            <a:chExt cx="9144000" cy="6858000"/>
          </a:xfrm>
        </p:grpSpPr>
        <p:sp>
          <p:nvSpPr>
            <p:cNvPr id="72" name="Google Shape;72;p74"/>
            <p:cNvSpPr/>
            <p:nvPr/>
          </p:nvSpPr>
          <p:spPr>
            <a:xfrm>
              <a:off x="0" y="0"/>
              <a:ext cx="7162800" cy="6858000"/>
            </a:xfrm>
            <a:prstGeom prst="rect">
              <a:avLst/>
            </a:prstGeom>
            <a:gradFill>
              <a:gsLst>
                <a:gs pos="0">
                  <a:srgbClr val="010101">
                    <a:alpha val="51764"/>
                  </a:srgbClr>
                </a:gs>
                <a:gs pos="60000">
                  <a:srgbClr val="FEFEFE">
                    <a:alpha val="0"/>
                  </a:srgbClr>
                </a:gs>
                <a:gs pos="100000">
                  <a:srgbClr val="FEFEFE">
                    <a:alpha val="0"/>
                  </a:srgbClr>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73" name="Google Shape;73;p74"/>
            <p:cNvSpPr/>
            <p:nvPr/>
          </p:nvSpPr>
          <p:spPr>
            <a:xfrm>
              <a:off x="1143000" y="0"/>
              <a:ext cx="8001000" cy="6858000"/>
            </a:xfrm>
            <a:prstGeom prst="rect">
              <a:avLst/>
            </a:prstGeom>
            <a:gradFill>
              <a:gsLst>
                <a:gs pos="0">
                  <a:srgbClr val="010101">
                    <a:alpha val="55686"/>
                  </a:srgbClr>
                </a:gs>
                <a:gs pos="61000">
                  <a:srgbClr val="FEFEFE">
                    <a:alpha val="0"/>
                  </a:srgbClr>
                </a:gs>
                <a:gs pos="100000">
                  <a:srgbClr val="FEFEF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74" name="Google Shape;74;p74"/>
          <p:cNvSpPr/>
          <p:nvPr/>
        </p:nvSpPr>
        <p:spPr>
          <a:xfrm rot="10800000">
            <a:off x="842684" y="6058038"/>
            <a:ext cx="10292787" cy="537210"/>
          </a:xfrm>
          <a:custGeom>
            <a:rect b="b" l="l" r="r" t="t"/>
            <a:pathLst>
              <a:path extrusionOk="0" h="495300" w="7955280">
                <a:moveTo>
                  <a:pt x="0" y="495300"/>
                </a:moveTo>
                <a:lnTo>
                  <a:pt x="169546" y="0"/>
                </a:lnTo>
                <a:lnTo>
                  <a:pt x="3966210" y="95250"/>
                </a:lnTo>
                <a:lnTo>
                  <a:pt x="7785734" y="0"/>
                </a:lnTo>
                <a:lnTo>
                  <a:pt x="7955280" y="495300"/>
                </a:lnTo>
                <a:lnTo>
                  <a:pt x="0" y="495300"/>
                </a:lnTo>
                <a:close/>
              </a:path>
            </a:pathLst>
          </a:custGeom>
          <a:gradFill>
            <a:gsLst>
              <a:gs pos="0">
                <a:srgbClr val="010101">
                  <a:alpha val="33725"/>
                </a:srgbClr>
              </a:gs>
              <a:gs pos="30000">
                <a:srgbClr val="010101">
                  <a:alpha val="33725"/>
                </a:srgbClr>
              </a:gs>
              <a:gs pos="100000">
                <a:srgbClr val="010101">
                  <a:alpha val="2588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75" name="Google Shape;75;p74"/>
          <p:cNvSpPr/>
          <p:nvPr/>
        </p:nvSpPr>
        <p:spPr>
          <a:xfrm rot="60000">
            <a:off x="5956945" y="605163"/>
            <a:ext cx="5050606" cy="5722296"/>
          </a:xfrm>
          <a:prstGeom prst="rect">
            <a:avLst/>
          </a:prstGeom>
          <a:solidFill>
            <a:schemeClr val="lt1"/>
          </a:solid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76" name="Google Shape;76;p74"/>
          <p:cNvSpPr/>
          <p:nvPr/>
        </p:nvSpPr>
        <p:spPr>
          <a:xfrm rot="60000">
            <a:off x="5960336" y="603504"/>
            <a:ext cx="5050606" cy="5722296"/>
          </a:xfrm>
          <a:prstGeom prst="rect">
            <a:avLst/>
          </a:prstGeom>
          <a:blipFill rotWithShape="1">
            <a:blip r:embed="rId2">
              <a:alphaModFix amt="20000"/>
            </a:blip>
            <a:tile algn="tl" flip="none" tx="0" sx="100000" ty="0" sy="100000"/>
          </a:blip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77" name="Google Shape;77;p74"/>
          <p:cNvSpPr/>
          <p:nvPr/>
        </p:nvSpPr>
        <p:spPr>
          <a:xfrm rot="-60000">
            <a:off x="998679" y="576868"/>
            <a:ext cx="5050606" cy="5722296"/>
          </a:xfrm>
          <a:prstGeom prst="rect">
            <a:avLst/>
          </a:prstGeom>
          <a:solidFill>
            <a:schemeClr val="lt1"/>
          </a:solid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78" name="Google Shape;78;p74"/>
          <p:cNvSpPr/>
          <p:nvPr/>
        </p:nvSpPr>
        <p:spPr>
          <a:xfrm rot="-60000">
            <a:off x="999484" y="576072"/>
            <a:ext cx="5050606" cy="5722296"/>
          </a:xfrm>
          <a:prstGeom prst="rect">
            <a:avLst/>
          </a:prstGeom>
          <a:blipFill rotWithShape="1">
            <a:blip r:embed="rId2">
              <a:alphaModFix amt="20000"/>
            </a:blip>
            <a:tile algn="tl" flip="none" tx="0" sx="100000" ty="0" sy="100000"/>
          </a:blip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pic>
        <p:nvPicPr>
          <p:cNvPr descr="C:\Users\Administrator\Desktop\Pushpin Dev\Assets\pushpinLeft.png" id="79" name="Google Shape;79;p74"/>
          <p:cNvPicPr preferRelativeResize="0"/>
          <p:nvPr/>
        </p:nvPicPr>
        <p:blipFill rotWithShape="1">
          <a:blip r:embed="rId3">
            <a:alphaModFix/>
          </a:blip>
          <a:srcRect b="0" l="0" r="0" t="0"/>
          <a:stretch/>
        </p:blipFill>
        <p:spPr>
          <a:xfrm rot="1435684">
            <a:off x="3160652" y="293953"/>
            <a:ext cx="756911" cy="567830"/>
          </a:xfrm>
          <a:prstGeom prst="rect">
            <a:avLst/>
          </a:prstGeom>
          <a:noFill/>
          <a:ln>
            <a:noFill/>
          </a:ln>
        </p:spPr>
      </p:pic>
      <p:pic>
        <p:nvPicPr>
          <p:cNvPr descr="C:\Users\Administrator\Desktop\Pushpin Dev\Assets\pushpinLeft.png" id="80" name="Google Shape;80;p74"/>
          <p:cNvPicPr preferRelativeResize="0"/>
          <p:nvPr/>
        </p:nvPicPr>
        <p:blipFill rotWithShape="1">
          <a:blip r:embed="rId3">
            <a:alphaModFix/>
          </a:blip>
          <a:srcRect b="0" l="0" r="0" t="0"/>
          <a:stretch/>
        </p:blipFill>
        <p:spPr>
          <a:xfrm rot="4096196">
            <a:off x="8465072" y="238774"/>
            <a:ext cx="566928" cy="755707"/>
          </a:xfrm>
          <a:prstGeom prst="rect">
            <a:avLst/>
          </a:prstGeom>
          <a:noFill/>
          <a:ln>
            <a:noFill/>
          </a:ln>
        </p:spPr>
      </p:pic>
      <p:sp>
        <p:nvSpPr>
          <p:cNvPr id="81" name="Google Shape;81;p74"/>
          <p:cNvSpPr txBox="1"/>
          <p:nvPr>
            <p:ph type="title"/>
          </p:nvPr>
        </p:nvSpPr>
        <p:spPr>
          <a:xfrm rot="-60000">
            <a:off x="1478250" y="2020043"/>
            <a:ext cx="4085372" cy="1503037"/>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nstant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74"/>
          <p:cNvSpPr txBox="1"/>
          <p:nvPr>
            <p:ph idx="1" type="body"/>
          </p:nvPr>
        </p:nvSpPr>
        <p:spPr>
          <a:xfrm rot="60000">
            <a:off x="6470702" y="1150993"/>
            <a:ext cx="4026674" cy="4625489"/>
          </a:xfrm>
          <a:prstGeom prst="rect">
            <a:avLst/>
          </a:prstGeom>
          <a:noFill/>
          <a:ln>
            <a:noFill/>
          </a:ln>
        </p:spPr>
        <p:txBody>
          <a:bodyPr anchorCtr="0" anchor="ctr" bIns="45700" lIns="91425" spcFirstLastPara="1" rIns="91425" wrap="square" tIns="45700">
            <a:normAutofit/>
          </a:bodyPr>
          <a:lstStyle>
            <a:lvl1pPr indent="-347345" lvl="0" marL="457200" algn="l">
              <a:spcBef>
                <a:spcPts val="440"/>
              </a:spcBef>
              <a:spcAft>
                <a:spcPts val="0"/>
              </a:spcAft>
              <a:buSzPts val="1870"/>
              <a:buChar char="O"/>
              <a:defRPr sz="2200"/>
            </a:lvl1pPr>
            <a:lvl2pPr indent="-336550" lvl="1" marL="914400" algn="l">
              <a:spcBef>
                <a:spcPts val="400"/>
              </a:spcBef>
              <a:spcAft>
                <a:spcPts val="0"/>
              </a:spcAft>
              <a:buSzPts val="1700"/>
              <a:buChar char="O"/>
              <a:defRPr sz="2000"/>
            </a:lvl2pPr>
            <a:lvl3pPr indent="-325755" lvl="2" marL="1371600" algn="l">
              <a:spcBef>
                <a:spcPts val="360"/>
              </a:spcBef>
              <a:spcAft>
                <a:spcPts val="0"/>
              </a:spcAft>
              <a:buSzPts val="1530"/>
              <a:buChar char="O"/>
              <a:defRPr sz="1800"/>
            </a:lvl3pPr>
            <a:lvl4pPr indent="-314960" lvl="3" marL="1828800" algn="l">
              <a:spcBef>
                <a:spcPts val="320"/>
              </a:spcBef>
              <a:spcAft>
                <a:spcPts val="0"/>
              </a:spcAft>
              <a:buSzPts val="1360"/>
              <a:buChar char="O"/>
              <a:defRPr sz="1600"/>
            </a:lvl4pPr>
            <a:lvl5pPr indent="-304164" lvl="4" marL="2286000" algn="l">
              <a:spcBef>
                <a:spcPts val="280"/>
              </a:spcBef>
              <a:spcAft>
                <a:spcPts val="0"/>
              </a:spcAft>
              <a:buSzPts val="1190"/>
              <a:buChar char="O"/>
              <a:defRPr sz="1400"/>
            </a:lvl5pPr>
            <a:lvl6pPr indent="-336550" lvl="5" marL="2743200" algn="l">
              <a:spcBef>
                <a:spcPts val="400"/>
              </a:spcBef>
              <a:spcAft>
                <a:spcPts val="0"/>
              </a:spcAft>
              <a:buSzPts val="1700"/>
              <a:buChar char="O"/>
              <a:defRPr sz="2000"/>
            </a:lvl6pPr>
            <a:lvl7pPr indent="-336550" lvl="6" marL="3200400" algn="l">
              <a:spcBef>
                <a:spcPts val="400"/>
              </a:spcBef>
              <a:spcAft>
                <a:spcPts val="0"/>
              </a:spcAft>
              <a:buSzPts val="1700"/>
              <a:buChar char="O"/>
              <a:defRPr sz="2000"/>
            </a:lvl7pPr>
            <a:lvl8pPr indent="-336550" lvl="7" marL="3657600" algn="l">
              <a:spcBef>
                <a:spcPts val="400"/>
              </a:spcBef>
              <a:spcAft>
                <a:spcPts val="0"/>
              </a:spcAft>
              <a:buSzPts val="1700"/>
              <a:buChar char="O"/>
              <a:defRPr sz="2000"/>
            </a:lvl8pPr>
            <a:lvl9pPr indent="-336550" lvl="8" marL="4114800" algn="l">
              <a:spcBef>
                <a:spcPts val="400"/>
              </a:spcBef>
              <a:spcAft>
                <a:spcPts val="0"/>
              </a:spcAft>
              <a:buSzPts val="1700"/>
              <a:buChar char="O"/>
              <a:defRPr sz="2000"/>
            </a:lvl9pPr>
          </a:lstStyle>
          <a:p/>
        </p:txBody>
      </p:sp>
      <p:sp>
        <p:nvSpPr>
          <p:cNvPr id="83" name="Google Shape;83;p74"/>
          <p:cNvSpPr txBox="1"/>
          <p:nvPr>
            <p:ph idx="2" type="body"/>
          </p:nvPr>
        </p:nvSpPr>
        <p:spPr>
          <a:xfrm rot="-60000">
            <a:off x="1530436" y="3623748"/>
            <a:ext cx="4064129" cy="210040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360"/>
              <a:buNone/>
              <a:defRPr sz="16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850"/>
              <a:buNone/>
              <a:defRPr sz="1000"/>
            </a:lvl3pPr>
            <a:lvl4pPr indent="-228600" lvl="3" marL="1828800" algn="l">
              <a:spcBef>
                <a:spcPts val="180"/>
              </a:spcBef>
              <a:spcAft>
                <a:spcPts val="0"/>
              </a:spcAft>
              <a:buSzPts val="765"/>
              <a:buNone/>
              <a:defRPr sz="900"/>
            </a:lvl4pPr>
            <a:lvl5pPr indent="-228600" lvl="4" marL="2286000" algn="l">
              <a:spcBef>
                <a:spcPts val="180"/>
              </a:spcBef>
              <a:spcAft>
                <a:spcPts val="0"/>
              </a:spcAft>
              <a:buSzPts val="765"/>
              <a:buNone/>
              <a:defRPr sz="900"/>
            </a:lvl5pPr>
            <a:lvl6pPr indent="-228600" lvl="5" marL="2743200" algn="l">
              <a:spcBef>
                <a:spcPts val="180"/>
              </a:spcBef>
              <a:spcAft>
                <a:spcPts val="0"/>
              </a:spcAft>
              <a:buSzPts val="765"/>
              <a:buNone/>
              <a:defRPr sz="900"/>
            </a:lvl6pPr>
            <a:lvl7pPr indent="-228600" lvl="6" marL="3200400" algn="l">
              <a:spcBef>
                <a:spcPts val="180"/>
              </a:spcBef>
              <a:spcAft>
                <a:spcPts val="0"/>
              </a:spcAft>
              <a:buSzPts val="765"/>
              <a:buNone/>
              <a:defRPr sz="900"/>
            </a:lvl7pPr>
            <a:lvl8pPr indent="-228600" lvl="7" marL="3657600" algn="l">
              <a:spcBef>
                <a:spcPts val="180"/>
              </a:spcBef>
              <a:spcAft>
                <a:spcPts val="0"/>
              </a:spcAft>
              <a:buSzPts val="765"/>
              <a:buNone/>
              <a:defRPr sz="900"/>
            </a:lvl8pPr>
            <a:lvl9pPr indent="-228600" lvl="8" marL="4114800" algn="l">
              <a:spcBef>
                <a:spcPts val="180"/>
              </a:spcBef>
              <a:spcAft>
                <a:spcPts val="0"/>
              </a:spcAft>
              <a:buSzPts val="765"/>
              <a:buNone/>
              <a:defRPr sz="900"/>
            </a:lvl9pPr>
          </a:lstStyle>
          <a:p/>
        </p:txBody>
      </p:sp>
      <p:sp>
        <p:nvSpPr>
          <p:cNvPr id="84" name="Google Shape;84;p74"/>
          <p:cNvSpPr txBox="1"/>
          <p:nvPr>
            <p:ph idx="10" type="dt"/>
          </p:nvPr>
        </p:nvSpPr>
        <p:spPr>
          <a:xfrm rot="60000">
            <a:off x="8453396" y="588567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5" name="Google Shape;85;p74"/>
          <p:cNvSpPr txBox="1"/>
          <p:nvPr>
            <p:ph idx="11" type="ftr"/>
          </p:nvPr>
        </p:nvSpPr>
        <p:spPr>
          <a:xfrm rot="-60000">
            <a:off x="1219089" y="5829262"/>
            <a:ext cx="4695586"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6" name="Google Shape;86;p74"/>
          <p:cNvSpPr txBox="1"/>
          <p:nvPr>
            <p:ph idx="12" type="sldNum"/>
          </p:nvPr>
        </p:nvSpPr>
        <p:spPr>
          <a:xfrm rot="60000">
            <a:off x="10073794" y="5896962"/>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87" name="Shape 87"/>
        <p:cNvGrpSpPr/>
        <p:nvPr/>
      </p:nvGrpSpPr>
      <p:grpSpPr>
        <a:xfrm>
          <a:off x="0" y="0"/>
          <a:ext cx="0" cy="0"/>
          <a:chOff x="0" y="0"/>
          <a:chExt cx="0" cy="0"/>
        </a:xfrm>
      </p:grpSpPr>
      <p:grpSp>
        <p:nvGrpSpPr>
          <p:cNvPr id="88" name="Google Shape;88;p75"/>
          <p:cNvGrpSpPr/>
          <p:nvPr/>
        </p:nvGrpSpPr>
        <p:grpSpPr>
          <a:xfrm>
            <a:off x="0" y="0"/>
            <a:ext cx="12188825" cy="6858000"/>
            <a:chOff x="0" y="0"/>
            <a:chExt cx="9144000" cy="6858000"/>
          </a:xfrm>
        </p:grpSpPr>
        <p:sp>
          <p:nvSpPr>
            <p:cNvPr id="89" name="Google Shape;89;p75"/>
            <p:cNvSpPr/>
            <p:nvPr/>
          </p:nvSpPr>
          <p:spPr>
            <a:xfrm>
              <a:off x="0" y="0"/>
              <a:ext cx="7162800" cy="6858000"/>
            </a:xfrm>
            <a:prstGeom prst="rect">
              <a:avLst/>
            </a:prstGeom>
            <a:gradFill>
              <a:gsLst>
                <a:gs pos="0">
                  <a:srgbClr val="010101">
                    <a:alpha val="51764"/>
                  </a:srgbClr>
                </a:gs>
                <a:gs pos="60000">
                  <a:srgbClr val="FEFEFE">
                    <a:alpha val="0"/>
                  </a:srgbClr>
                </a:gs>
                <a:gs pos="100000">
                  <a:srgbClr val="FEFEFE">
                    <a:alpha val="0"/>
                  </a:srgbClr>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0" name="Google Shape;90;p75"/>
            <p:cNvSpPr/>
            <p:nvPr/>
          </p:nvSpPr>
          <p:spPr>
            <a:xfrm>
              <a:off x="1143000" y="0"/>
              <a:ext cx="8001000" cy="6858000"/>
            </a:xfrm>
            <a:prstGeom prst="rect">
              <a:avLst/>
            </a:prstGeom>
            <a:gradFill>
              <a:gsLst>
                <a:gs pos="0">
                  <a:srgbClr val="010101">
                    <a:alpha val="55686"/>
                  </a:srgbClr>
                </a:gs>
                <a:gs pos="61000">
                  <a:srgbClr val="FEFEFE">
                    <a:alpha val="0"/>
                  </a:srgbClr>
                </a:gs>
                <a:gs pos="100000">
                  <a:srgbClr val="FEFEF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grpSp>
      <p:sp>
        <p:nvSpPr>
          <p:cNvPr id="91" name="Google Shape;91;p75"/>
          <p:cNvSpPr/>
          <p:nvPr/>
        </p:nvSpPr>
        <p:spPr>
          <a:xfrm rot="10800000">
            <a:off x="842684" y="6058038"/>
            <a:ext cx="10292787" cy="537210"/>
          </a:xfrm>
          <a:custGeom>
            <a:rect b="b" l="l" r="r" t="t"/>
            <a:pathLst>
              <a:path extrusionOk="0" h="495300" w="7955280">
                <a:moveTo>
                  <a:pt x="0" y="495300"/>
                </a:moveTo>
                <a:lnTo>
                  <a:pt x="169546" y="0"/>
                </a:lnTo>
                <a:lnTo>
                  <a:pt x="3966210" y="95250"/>
                </a:lnTo>
                <a:lnTo>
                  <a:pt x="7785734" y="0"/>
                </a:lnTo>
                <a:lnTo>
                  <a:pt x="7955280" y="495300"/>
                </a:lnTo>
                <a:lnTo>
                  <a:pt x="0" y="495300"/>
                </a:lnTo>
                <a:close/>
              </a:path>
            </a:pathLst>
          </a:custGeom>
          <a:gradFill>
            <a:gsLst>
              <a:gs pos="0">
                <a:srgbClr val="010101">
                  <a:alpha val="33725"/>
                </a:srgbClr>
              </a:gs>
              <a:gs pos="30000">
                <a:srgbClr val="010101">
                  <a:alpha val="33725"/>
                </a:srgbClr>
              </a:gs>
              <a:gs pos="100000">
                <a:srgbClr val="010101">
                  <a:alpha val="2588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2" name="Google Shape;92;p75"/>
          <p:cNvSpPr/>
          <p:nvPr/>
        </p:nvSpPr>
        <p:spPr>
          <a:xfrm rot="-60000">
            <a:off x="998679" y="576868"/>
            <a:ext cx="5050606" cy="5722296"/>
          </a:xfrm>
          <a:prstGeom prst="rect">
            <a:avLst/>
          </a:prstGeom>
          <a:solidFill>
            <a:schemeClr val="lt1"/>
          </a:solid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3" name="Google Shape;93;p75"/>
          <p:cNvSpPr/>
          <p:nvPr/>
        </p:nvSpPr>
        <p:spPr>
          <a:xfrm rot="-60000">
            <a:off x="993152" y="575769"/>
            <a:ext cx="5050606" cy="5722296"/>
          </a:xfrm>
          <a:prstGeom prst="rect">
            <a:avLst/>
          </a:prstGeom>
          <a:blipFill rotWithShape="1">
            <a:blip r:embed="rId2">
              <a:alphaModFix amt="20000"/>
            </a:blip>
            <a:tile algn="tl" flip="none" tx="0" sx="100000" ty="0" sy="100000"/>
          </a:blip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4" name="Google Shape;94;p75"/>
          <p:cNvSpPr/>
          <p:nvPr/>
        </p:nvSpPr>
        <p:spPr>
          <a:xfrm rot="60000">
            <a:off x="5956945" y="605163"/>
            <a:ext cx="5050606" cy="5722296"/>
          </a:xfrm>
          <a:prstGeom prst="rect">
            <a:avLst/>
          </a:prstGeom>
          <a:solidFill>
            <a:schemeClr val="lt1"/>
          </a:solid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sp>
        <p:nvSpPr>
          <p:cNvPr id="95" name="Google Shape;95;p75"/>
          <p:cNvSpPr/>
          <p:nvPr/>
        </p:nvSpPr>
        <p:spPr>
          <a:xfrm rot="60000">
            <a:off x="5951474" y="603920"/>
            <a:ext cx="5050606" cy="5722296"/>
          </a:xfrm>
          <a:prstGeom prst="rect">
            <a:avLst/>
          </a:prstGeom>
          <a:blipFill rotWithShape="1">
            <a:blip r:embed="rId2">
              <a:alphaModFix amt="20000"/>
            </a:blip>
            <a:tile algn="tl" flip="none" tx="0" sx="100000" ty="0" sy="100000"/>
          </a:blip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Libre Franklin"/>
              <a:ea typeface="Libre Franklin"/>
              <a:cs typeface="Libre Franklin"/>
              <a:sym typeface="Libre Franklin"/>
            </a:endParaRPr>
          </a:p>
        </p:txBody>
      </p:sp>
      <p:pic>
        <p:nvPicPr>
          <p:cNvPr descr="C:\Users\Administrator\Desktop\Pushpin Dev\Assets\pushpinLeft.png" id="96" name="Google Shape;96;p75"/>
          <p:cNvPicPr preferRelativeResize="0"/>
          <p:nvPr/>
        </p:nvPicPr>
        <p:blipFill rotWithShape="1">
          <a:blip r:embed="rId3">
            <a:alphaModFix/>
          </a:blip>
          <a:srcRect b="0" l="0" r="0" t="0"/>
          <a:stretch/>
        </p:blipFill>
        <p:spPr>
          <a:xfrm rot="1435684">
            <a:off x="3160652" y="293953"/>
            <a:ext cx="756911" cy="567830"/>
          </a:xfrm>
          <a:prstGeom prst="rect">
            <a:avLst/>
          </a:prstGeom>
          <a:noFill/>
          <a:ln>
            <a:noFill/>
          </a:ln>
        </p:spPr>
      </p:pic>
      <p:pic>
        <p:nvPicPr>
          <p:cNvPr descr="C:\Users\Administrator\Desktop\Pushpin Dev\Assets\pushpinLeft.png" id="97" name="Google Shape;97;p75"/>
          <p:cNvPicPr preferRelativeResize="0"/>
          <p:nvPr/>
        </p:nvPicPr>
        <p:blipFill rotWithShape="1">
          <a:blip r:embed="rId3">
            <a:alphaModFix/>
          </a:blip>
          <a:srcRect b="0" l="0" r="0" t="0"/>
          <a:stretch/>
        </p:blipFill>
        <p:spPr>
          <a:xfrm rot="4096196">
            <a:off x="8465072" y="238774"/>
            <a:ext cx="566928" cy="755707"/>
          </a:xfrm>
          <a:prstGeom prst="rect">
            <a:avLst/>
          </a:prstGeom>
          <a:noFill/>
          <a:ln>
            <a:noFill/>
          </a:ln>
        </p:spPr>
      </p:pic>
      <p:sp>
        <p:nvSpPr>
          <p:cNvPr id="98" name="Google Shape;98;p75"/>
          <p:cNvSpPr txBox="1"/>
          <p:nvPr>
            <p:ph type="title"/>
          </p:nvPr>
        </p:nvSpPr>
        <p:spPr>
          <a:xfrm rot="-60000">
            <a:off x="1474848" y="2020824"/>
            <a:ext cx="4083256" cy="1499616"/>
          </a:xfrm>
          <a:prstGeom prst="rect">
            <a:avLst/>
          </a:prstGeom>
          <a:noFill/>
          <a:ln>
            <a:noFill/>
          </a:ln>
        </p:spPr>
        <p:txBody>
          <a:bodyPr anchorCtr="0" anchor="b" bIns="45700" lIns="91425" spcFirstLastPara="1" rIns="91425" wrap="square" tIns="45700">
            <a:normAutofit/>
          </a:bodyPr>
          <a:lstStyle>
            <a:lvl1pPr lvl="0" algn="ctr">
              <a:spcBef>
                <a:spcPts val="0"/>
              </a:spcBef>
              <a:spcAft>
                <a:spcPts val="0"/>
              </a:spcAft>
              <a:buClr>
                <a:schemeClr val="dk1"/>
              </a:buClr>
              <a:buSzPts val="2400"/>
              <a:buFont typeface="Constantia"/>
              <a:buNone/>
              <a:defRPr b="0" sz="24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75"/>
          <p:cNvSpPr/>
          <p:nvPr>
            <p:ph idx="2" type="pic"/>
          </p:nvPr>
        </p:nvSpPr>
        <p:spPr>
          <a:xfrm rot="60000">
            <a:off x="6529786" y="1207272"/>
            <a:ext cx="3884139" cy="4539412"/>
          </a:xfrm>
          <a:prstGeom prst="rect">
            <a:avLst/>
          </a:prstGeom>
          <a:noFill/>
          <a:ln cap="rnd" cmpd="sng" w="101600">
            <a:solidFill>
              <a:srgbClr val="FFFFFF"/>
            </a:solidFill>
            <a:prstDash val="solid"/>
            <a:round/>
            <a:headEnd len="sm" w="sm" type="none"/>
            <a:tailEnd len="sm" w="sm" type="none"/>
          </a:ln>
          <a:effectLst>
            <a:outerShdw blurRad="88900" rotWithShape="0" algn="tl">
              <a:srgbClr val="000000">
                <a:alpha val="40000"/>
              </a:srgbClr>
            </a:outerShdw>
          </a:effectLst>
        </p:spPr>
      </p:sp>
      <p:sp>
        <p:nvSpPr>
          <p:cNvPr id="100" name="Google Shape;100;p75"/>
          <p:cNvSpPr txBox="1"/>
          <p:nvPr>
            <p:ph idx="1" type="body"/>
          </p:nvPr>
        </p:nvSpPr>
        <p:spPr>
          <a:xfrm rot="-60000">
            <a:off x="1535792" y="3621024"/>
            <a:ext cx="4058879" cy="2103120"/>
          </a:xfrm>
          <a:prstGeom prst="rect">
            <a:avLst/>
          </a:prstGeom>
          <a:noFill/>
          <a:ln>
            <a:noFill/>
          </a:ln>
        </p:spPr>
        <p:txBody>
          <a:bodyPr anchorCtr="0" anchor="t" bIns="45700" lIns="91425" spcFirstLastPara="1" rIns="91425" wrap="square" tIns="45700">
            <a:normAutofit/>
          </a:bodyPr>
          <a:lstStyle>
            <a:lvl1pPr indent="-228600" lvl="0" marL="457200" algn="ctr">
              <a:spcBef>
                <a:spcPts val="320"/>
              </a:spcBef>
              <a:spcAft>
                <a:spcPts val="0"/>
              </a:spcAft>
              <a:buSzPts val="1360"/>
              <a:buNone/>
              <a:defRPr sz="1600"/>
            </a:lvl1pPr>
            <a:lvl2pPr indent="-228600" lvl="1" marL="914400" algn="l">
              <a:spcBef>
                <a:spcPts val="240"/>
              </a:spcBef>
              <a:spcAft>
                <a:spcPts val="0"/>
              </a:spcAft>
              <a:buSzPts val="1020"/>
              <a:buNone/>
              <a:defRPr sz="1200"/>
            </a:lvl2pPr>
            <a:lvl3pPr indent="-228600" lvl="2" marL="1371600" algn="l">
              <a:spcBef>
                <a:spcPts val="200"/>
              </a:spcBef>
              <a:spcAft>
                <a:spcPts val="0"/>
              </a:spcAft>
              <a:buSzPts val="850"/>
              <a:buNone/>
              <a:defRPr sz="1000"/>
            </a:lvl3pPr>
            <a:lvl4pPr indent="-228600" lvl="3" marL="1828800" algn="l">
              <a:spcBef>
                <a:spcPts val="180"/>
              </a:spcBef>
              <a:spcAft>
                <a:spcPts val="0"/>
              </a:spcAft>
              <a:buSzPts val="765"/>
              <a:buNone/>
              <a:defRPr sz="900"/>
            </a:lvl4pPr>
            <a:lvl5pPr indent="-228600" lvl="4" marL="2286000" algn="l">
              <a:spcBef>
                <a:spcPts val="180"/>
              </a:spcBef>
              <a:spcAft>
                <a:spcPts val="0"/>
              </a:spcAft>
              <a:buSzPts val="765"/>
              <a:buNone/>
              <a:defRPr sz="900"/>
            </a:lvl5pPr>
            <a:lvl6pPr indent="-228600" lvl="5" marL="2743200" algn="l">
              <a:spcBef>
                <a:spcPts val="180"/>
              </a:spcBef>
              <a:spcAft>
                <a:spcPts val="0"/>
              </a:spcAft>
              <a:buSzPts val="765"/>
              <a:buNone/>
              <a:defRPr sz="900"/>
            </a:lvl6pPr>
            <a:lvl7pPr indent="-228600" lvl="6" marL="3200400" algn="l">
              <a:spcBef>
                <a:spcPts val="180"/>
              </a:spcBef>
              <a:spcAft>
                <a:spcPts val="0"/>
              </a:spcAft>
              <a:buSzPts val="765"/>
              <a:buNone/>
              <a:defRPr sz="900"/>
            </a:lvl7pPr>
            <a:lvl8pPr indent="-228600" lvl="7" marL="3657600" algn="l">
              <a:spcBef>
                <a:spcPts val="180"/>
              </a:spcBef>
              <a:spcAft>
                <a:spcPts val="0"/>
              </a:spcAft>
              <a:buSzPts val="765"/>
              <a:buNone/>
              <a:defRPr sz="900"/>
            </a:lvl8pPr>
            <a:lvl9pPr indent="-228600" lvl="8" marL="4114800" algn="l">
              <a:spcBef>
                <a:spcPts val="180"/>
              </a:spcBef>
              <a:spcAft>
                <a:spcPts val="0"/>
              </a:spcAft>
              <a:buSzPts val="765"/>
              <a:buNone/>
              <a:defRPr sz="900"/>
            </a:lvl9pPr>
          </a:lstStyle>
          <a:p/>
        </p:txBody>
      </p:sp>
      <p:sp>
        <p:nvSpPr>
          <p:cNvPr id="101" name="Google Shape;101;p75"/>
          <p:cNvSpPr txBox="1"/>
          <p:nvPr>
            <p:ph idx="10" type="dt"/>
          </p:nvPr>
        </p:nvSpPr>
        <p:spPr>
          <a:xfrm rot="60000">
            <a:off x="8459045" y="5888738"/>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2" name="Google Shape;102;p75"/>
          <p:cNvSpPr txBox="1"/>
          <p:nvPr>
            <p:ph idx="11" type="ftr"/>
          </p:nvPr>
        </p:nvSpPr>
        <p:spPr>
          <a:xfrm rot="-60000">
            <a:off x="1219109" y="5831038"/>
            <a:ext cx="4424238"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3" name="Google Shape;103;p75"/>
          <p:cNvSpPr txBox="1"/>
          <p:nvPr>
            <p:ph idx="12" type="sldNum"/>
          </p:nvPr>
        </p:nvSpPr>
        <p:spPr>
          <a:xfrm rot="60000">
            <a:off x="10080160" y="5900027"/>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04" name="Shape 104"/>
        <p:cNvGrpSpPr/>
        <p:nvPr/>
      </p:nvGrpSpPr>
      <p:grpSpPr>
        <a:xfrm>
          <a:off x="0" y="0"/>
          <a:ext cx="0" cy="0"/>
          <a:chOff x="0" y="0"/>
          <a:chExt cx="0" cy="0"/>
        </a:xfrm>
      </p:grpSpPr>
      <p:sp>
        <p:nvSpPr>
          <p:cNvPr id="105" name="Google Shape;105;p76"/>
          <p:cNvSpPr txBox="1"/>
          <p:nvPr>
            <p:ph type="title"/>
          </p:nvPr>
        </p:nvSpPr>
        <p:spPr>
          <a:xfrm>
            <a:off x="1459651" y="817583"/>
            <a:ext cx="9284575" cy="120248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p76"/>
          <p:cNvSpPr txBox="1"/>
          <p:nvPr>
            <p:ph idx="1" type="body"/>
          </p:nvPr>
        </p:nvSpPr>
        <p:spPr>
          <a:xfrm rot="5400000">
            <a:off x="4278168" y="-208698"/>
            <a:ext cx="3603812" cy="8259722"/>
          </a:xfrm>
          <a:prstGeom prst="rect">
            <a:avLst/>
          </a:prstGeom>
          <a:noFill/>
          <a:ln>
            <a:noFill/>
          </a:ln>
        </p:spPr>
        <p:txBody>
          <a:bodyPr anchorCtr="0" anchor="ctr"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
        <p:nvSpPr>
          <p:cNvPr id="107" name="Google Shape;107;p76"/>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76"/>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76"/>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10" name="Shape 110"/>
        <p:cNvGrpSpPr/>
        <p:nvPr/>
      </p:nvGrpSpPr>
      <p:grpSpPr>
        <a:xfrm>
          <a:off x="0" y="0"/>
          <a:ext cx="0" cy="0"/>
          <a:chOff x="0" y="0"/>
          <a:chExt cx="0" cy="0"/>
        </a:xfrm>
      </p:grpSpPr>
      <p:sp>
        <p:nvSpPr>
          <p:cNvPr id="111" name="Google Shape;111;p77"/>
          <p:cNvSpPr txBox="1"/>
          <p:nvPr>
            <p:ph type="title"/>
          </p:nvPr>
        </p:nvSpPr>
        <p:spPr>
          <a:xfrm rot="5400000">
            <a:off x="7408607" y="2353984"/>
            <a:ext cx="4763911" cy="1907326"/>
          </a:xfrm>
          <a:prstGeom prst="rect">
            <a:avLst/>
          </a:prstGeom>
          <a:noFill/>
          <a:ln>
            <a:noFill/>
          </a:ln>
        </p:spPr>
        <p:txBody>
          <a:bodyPr anchorCtr="0" anchor="ctr" bIns="45700" lIns="91425" spcFirstLastPara="1" rIns="91425" wrap="square" tIns="45700">
            <a:normAutofit/>
          </a:bodyPr>
          <a:lstStyle>
            <a:lvl1pPr lvl="0" algn="l">
              <a:spcBef>
                <a:spcPts val="0"/>
              </a:spcBef>
              <a:spcAft>
                <a:spcPts val="0"/>
              </a:spcAft>
              <a:buClr>
                <a:schemeClr val="dk1"/>
              </a:buClr>
              <a:buSzPts val="4400"/>
              <a:buFont typeface="Constantia"/>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2" name="Google Shape;112;p77"/>
          <p:cNvSpPr txBox="1"/>
          <p:nvPr>
            <p:ph idx="1" type="body"/>
          </p:nvPr>
        </p:nvSpPr>
        <p:spPr>
          <a:xfrm rot="5400000">
            <a:off x="2980797" y="-143974"/>
            <a:ext cx="4402667" cy="6903240"/>
          </a:xfrm>
          <a:prstGeom prst="rect">
            <a:avLst/>
          </a:prstGeom>
          <a:noFill/>
          <a:ln>
            <a:noFill/>
          </a:ln>
        </p:spPr>
        <p:txBody>
          <a:bodyPr anchorCtr="0" anchor="t" bIns="45700" lIns="91425" spcFirstLastPara="1" rIns="91425" wrap="square" tIns="45700">
            <a:normAutofit/>
          </a:bodyPr>
          <a:lstStyle>
            <a:lvl1pPr indent="-325755" lvl="0" marL="457200" algn="l">
              <a:spcBef>
                <a:spcPts val="360"/>
              </a:spcBef>
              <a:spcAft>
                <a:spcPts val="0"/>
              </a:spcAft>
              <a:buSzPts val="1530"/>
              <a:buChar char="O"/>
              <a:defRPr/>
            </a:lvl1pPr>
            <a:lvl2pPr indent="-325755" lvl="1" marL="914400" algn="l">
              <a:spcBef>
                <a:spcPts val="360"/>
              </a:spcBef>
              <a:spcAft>
                <a:spcPts val="0"/>
              </a:spcAft>
              <a:buSzPts val="1530"/>
              <a:buChar char="O"/>
              <a:defRPr/>
            </a:lvl2pPr>
            <a:lvl3pPr indent="-325755" lvl="2" marL="1371600" algn="l">
              <a:spcBef>
                <a:spcPts val="360"/>
              </a:spcBef>
              <a:spcAft>
                <a:spcPts val="0"/>
              </a:spcAft>
              <a:buSzPts val="1530"/>
              <a:buChar char="O"/>
              <a:defRPr/>
            </a:lvl3pPr>
            <a:lvl4pPr indent="-325755" lvl="3" marL="1828800" algn="l">
              <a:spcBef>
                <a:spcPts val="360"/>
              </a:spcBef>
              <a:spcAft>
                <a:spcPts val="0"/>
              </a:spcAft>
              <a:buSzPts val="1530"/>
              <a:buChar char="O"/>
              <a:defRPr/>
            </a:lvl4pPr>
            <a:lvl5pPr indent="-325754" lvl="4" marL="2286000" algn="l">
              <a:spcBef>
                <a:spcPts val="360"/>
              </a:spcBef>
              <a:spcAft>
                <a:spcPts val="0"/>
              </a:spcAft>
              <a:buSzPts val="1530"/>
              <a:buChar char="O"/>
              <a:defRPr/>
            </a:lvl5pPr>
            <a:lvl6pPr indent="-325754" lvl="5" marL="2743200" algn="l">
              <a:spcBef>
                <a:spcPts val="360"/>
              </a:spcBef>
              <a:spcAft>
                <a:spcPts val="0"/>
              </a:spcAft>
              <a:buSzPts val="1530"/>
              <a:buChar char="O"/>
              <a:defRPr/>
            </a:lvl6pPr>
            <a:lvl7pPr indent="-325754" lvl="6" marL="3200400" algn="l">
              <a:spcBef>
                <a:spcPts val="360"/>
              </a:spcBef>
              <a:spcAft>
                <a:spcPts val="0"/>
              </a:spcAft>
              <a:buSzPts val="1530"/>
              <a:buChar char="O"/>
              <a:defRPr/>
            </a:lvl7pPr>
            <a:lvl8pPr indent="-325754" lvl="7" marL="3657600" algn="l">
              <a:spcBef>
                <a:spcPts val="360"/>
              </a:spcBef>
              <a:spcAft>
                <a:spcPts val="0"/>
              </a:spcAft>
              <a:buSzPts val="1530"/>
              <a:buChar char="O"/>
              <a:defRPr/>
            </a:lvl8pPr>
            <a:lvl9pPr indent="-325754" lvl="8" marL="4114800" algn="l">
              <a:spcBef>
                <a:spcPts val="360"/>
              </a:spcBef>
              <a:spcAft>
                <a:spcPts val="0"/>
              </a:spcAft>
              <a:buSzPts val="1530"/>
              <a:buChar char="O"/>
              <a:defRPr/>
            </a:lvl9pPr>
          </a:lstStyle>
          <a:p/>
        </p:txBody>
      </p:sp>
      <p:sp>
        <p:nvSpPr>
          <p:cNvPr id="113" name="Google Shape;113;p77"/>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p77"/>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5" name="Google Shape;115;p77"/>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7.xml"/><Relationship Id="rId10" Type="http://schemas.openxmlformats.org/officeDocument/2006/relationships/slideLayout" Target="../slideLayouts/slideLayout6.xml"/><Relationship Id="rId13" Type="http://schemas.openxmlformats.org/officeDocument/2006/relationships/slideLayout" Target="../slideLayouts/slideLayout9.xml"/><Relationship Id="rId12" Type="http://schemas.openxmlformats.org/officeDocument/2006/relationships/slideLayout" Target="../slideLayouts/slideLayout8.xml"/><Relationship Id="rId1" Type="http://schemas.openxmlformats.org/officeDocument/2006/relationships/image" Target="../media/image6.png"/><Relationship Id="rId2" Type="http://schemas.openxmlformats.org/officeDocument/2006/relationships/image" Target="../media/image3.png"/><Relationship Id="rId3"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slideLayout" Target="../slideLayouts/slideLayout5.xml"/><Relationship Id="rId15" Type="http://schemas.openxmlformats.org/officeDocument/2006/relationships/slideLayout" Target="../slideLayouts/slideLayout11.xml"/><Relationship Id="rId14" Type="http://schemas.openxmlformats.org/officeDocument/2006/relationships/slideLayout" Target="../slideLayouts/slideLayout10.xml"/><Relationship Id="rId16" Type="http://schemas.openxmlformats.org/officeDocument/2006/relationships/theme" Target="../theme/theme1.xml"/><Relationship Id="rId5" Type="http://schemas.openxmlformats.org/officeDocument/2006/relationships/slideLayout" Target="../slideLayouts/slideLayout1.xml"/><Relationship Id="rId6" Type="http://schemas.openxmlformats.org/officeDocument/2006/relationships/slideLayout" Target="../slideLayouts/slideLayout2.xml"/><Relationship Id="rId7" Type="http://schemas.openxmlformats.org/officeDocument/2006/relationships/slideLayout" Target="../slideLayouts/slideLayout3.xml"/><Relationship Id="rId8"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grpSp>
        <p:nvGrpSpPr>
          <p:cNvPr id="6" name="Google Shape;6;p66"/>
          <p:cNvGrpSpPr/>
          <p:nvPr/>
        </p:nvGrpSpPr>
        <p:grpSpPr>
          <a:xfrm>
            <a:off x="0" y="0"/>
            <a:ext cx="12188825" cy="6858000"/>
            <a:chOff x="0" y="0"/>
            <a:chExt cx="9144000" cy="6858000"/>
          </a:xfrm>
        </p:grpSpPr>
        <p:sp>
          <p:nvSpPr>
            <p:cNvPr id="7" name="Google Shape;7;p66"/>
            <p:cNvSpPr/>
            <p:nvPr/>
          </p:nvSpPr>
          <p:spPr>
            <a:xfrm>
              <a:off x="0" y="0"/>
              <a:ext cx="7162800" cy="6858000"/>
            </a:xfrm>
            <a:prstGeom prst="rect">
              <a:avLst/>
            </a:prstGeom>
            <a:gradFill>
              <a:gsLst>
                <a:gs pos="0">
                  <a:srgbClr val="010101">
                    <a:alpha val="51764"/>
                  </a:srgbClr>
                </a:gs>
                <a:gs pos="60000">
                  <a:srgbClr val="FEFEFE">
                    <a:alpha val="0"/>
                  </a:srgbClr>
                </a:gs>
                <a:gs pos="100000">
                  <a:srgbClr val="FEFEFE">
                    <a:alpha val="0"/>
                  </a:srgbClr>
                </a:gs>
              </a:gsLst>
              <a:path path="circle">
                <a:fillToRect r="100%" t="100%"/>
              </a:path>
              <a:tileRect b="-100%" l="-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8" name="Google Shape;8;p66"/>
            <p:cNvSpPr/>
            <p:nvPr/>
          </p:nvSpPr>
          <p:spPr>
            <a:xfrm>
              <a:off x="1143000" y="0"/>
              <a:ext cx="8001000" cy="6858000"/>
            </a:xfrm>
            <a:prstGeom prst="rect">
              <a:avLst/>
            </a:prstGeom>
            <a:gradFill>
              <a:gsLst>
                <a:gs pos="0">
                  <a:srgbClr val="010101">
                    <a:alpha val="55686"/>
                  </a:srgbClr>
                </a:gs>
                <a:gs pos="61000">
                  <a:srgbClr val="FEFEFE">
                    <a:alpha val="0"/>
                  </a:srgbClr>
                </a:gs>
                <a:gs pos="100000">
                  <a:srgbClr val="FEFEFE">
                    <a:alpha val="0"/>
                  </a:srgbClr>
                </a:gs>
              </a:gsLst>
              <a:path path="circle">
                <a:fillToRect l="100%" t="100%"/>
              </a:path>
              <a:tileRect b="-100%" r="-10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grpSp>
      <p:sp>
        <p:nvSpPr>
          <p:cNvPr id="9" name="Google Shape;9;p66"/>
          <p:cNvSpPr/>
          <p:nvPr/>
        </p:nvSpPr>
        <p:spPr>
          <a:xfrm rot="10800000">
            <a:off x="837982" y="6069330"/>
            <a:ext cx="10558571" cy="537210"/>
          </a:xfrm>
          <a:custGeom>
            <a:rect b="b" l="l" r="r" t="t"/>
            <a:pathLst>
              <a:path extrusionOk="0" h="495300" w="7955280">
                <a:moveTo>
                  <a:pt x="0" y="495300"/>
                </a:moveTo>
                <a:lnTo>
                  <a:pt x="169546" y="0"/>
                </a:lnTo>
                <a:lnTo>
                  <a:pt x="3966210" y="95250"/>
                </a:lnTo>
                <a:lnTo>
                  <a:pt x="7785734" y="0"/>
                </a:lnTo>
                <a:lnTo>
                  <a:pt x="7955280" y="495300"/>
                </a:lnTo>
                <a:lnTo>
                  <a:pt x="0" y="495300"/>
                </a:lnTo>
                <a:close/>
              </a:path>
            </a:pathLst>
          </a:custGeom>
          <a:gradFill>
            <a:gsLst>
              <a:gs pos="0">
                <a:srgbClr val="010101">
                  <a:alpha val="33725"/>
                </a:srgbClr>
              </a:gs>
              <a:gs pos="30000">
                <a:srgbClr val="010101">
                  <a:alpha val="33725"/>
                </a:srgbClr>
              </a:gs>
              <a:gs pos="100000">
                <a:srgbClr val="010101">
                  <a:alpha val="25882"/>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0" name="Google Shape;10;p66"/>
          <p:cNvSpPr/>
          <p:nvPr/>
        </p:nvSpPr>
        <p:spPr>
          <a:xfrm>
            <a:off x="975106" y="575310"/>
            <a:ext cx="10258928" cy="5715000"/>
          </a:xfrm>
          <a:prstGeom prst="rect">
            <a:avLst/>
          </a:prstGeom>
          <a:solidFill>
            <a:srgbClr val="FEFEFE"/>
          </a:solid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sp>
        <p:nvSpPr>
          <p:cNvPr id="11" name="Google Shape;11;p66"/>
          <p:cNvSpPr/>
          <p:nvPr/>
        </p:nvSpPr>
        <p:spPr>
          <a:xfrm>
            <a:off x="975106" y="576072"/>
            <a:ext cx="10258928" cy="5715000"/>
          </a:xfrm>
          <a:prstGeom prst="rect">
            <a:avLst/>
          </a:prstGeom>
          <a:blipFill rotWithShape="1">
            <a:blip r:embed="rId2">
              <a:alphaModFix amt="20000"/>
            </a:blip>
            <a:tile algn="tl" flip="none" tx="0" sx="100000" ty="0" sy="100000"/>
          </a:blipFill>
          <a:ln>
            <a:noFill/>
          </a:ln>
          <a:effectLst>
            <a:outerShdw blurRad="101600" rotWithShape="0" algn="t" dir="5400000" dist="50800">
              <a:srgbClr val="000000">
                <a:alpha val="20000"/>
              </a:srgbClr>
            </a:outerShdw>
          </a:effectLst>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Libre Franklin"/>
              <a:ea typeface="Libre Franklin"/>
              <a:cs typeface="Libre Franklin"/>
              <a:sym typeface="Libre Franklin"/>
            </a:endParaRPr>
          </a:p>
        </p:txBody>
      </p:sp>
      <p:pic>
        <p:nvPicPr>
          <p:cNvPr descr="C:\Users\Administrator\Desktop\Pushpin Dev\Assets\pushpinLeft.png" id="12" name="Google Shape;12;p66"/>
          <p:cNvPicPr preferRelativeResize="0"/>
          <p:nvPr/>
        </p:nvPicPr>
        <p:blipFill rotWithShape="1">
          <a:blip r:embed="rId3">
            <a:alphaModFix/>
          </a:blip>
          <a:srcRect b="0" l="0" r="0" t="0"/>
          <a:stretch/>
        </p:blipFill>
        <p:spPr>
          <a:xfrm rot="1435684">
            <a:off x="724800" y="273091"/>
            <a:ext cx="756911" cy="567830"/>
          </a:xfrm>
          <a:prstGeom prst="rect">
            <a:avLst/>
          </a:prstGeom>
          <a:noFill/>
          <a:ln>
            <a:noFill/>
          </a:ln>
        </p:spPr>
      </p:pic>
      <p:pic>
        <p:nvPicPr>
          <p:cNvPr descr="C:\Users\Administrator\Desktop\Pushpin Dev\Assets\pushpinLeft.png" id="13" name="Google Shape;13;p66"/>
          <p:cNvPicPr preferRelativeResize="0"/>
          <p:nvPr/>
        </p:nvPicPr>
        <p:blipFill rotWithShape="1">
          <a:blip r:embed="rId4">
            <a:alphaModFix/>
          </a:blip>
          <a:srcRect b="0" l="0" r="0" t="0"/>
          <a:stretch/>
        </p:blipFill>
        <p:spPr>
          <a:xfrm rot="4096196">
            <a:off x="10911677" y="203774"/>
            <a:ext cx="566928" cy="755707"/>
          </a:xfrm>
          <a:prstGeom prst="rect">
            <a:avLst/>
          </a:prstGeom>
          <a:noFill/>
          <a:ln>
            <a:noFill/>
          </a:ln>
        </p:spPr>
      </p:pic>
      <p:sp>
        <p:nvSpPr>
          <p:cNvPr id="14" name="Google Shape;14;p66"/>
          <p:cNvSpPr txBox="1"/>
          <p:nvPr>
            <p:ph type="title"/>
          </p:nvPr>
        </p:nvSpPr>
        <p:spPr>
          <a:xfrm>
            <a:off x="1459651" y="817583"/>
            <a:ext cx="9284575" cy="1202485"/>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onstantia"/>
              <a:buNone/>
              <a:defRPr b="0" i="0" sz="4400" u="none" cap="none" strike="noStrike">
                <a:solidFill>
                  <a:schemeClr val="dk1"/>
                </a:solidFill>
                <a:latin typeface="Constantia"/>
                <a:ea typeface="Constantia"/>
                <a:cs typeface="Constantia"/>
                <a:sym typeface="Constantia"/>
              </a:defRPr>
            </a:lvl1pPr>
            <a:lvl2pPr lvl="1" marR="0" rtl="0" algn="l">
              <a:spcBef>
                <a:spcPts val="0"/>
              </a:spcBef>
              <a:spcAft>
                <a:spcPts val="0"/>
              </a:spcAft>
              <a:buSzPts val="1400"/>
              <a:buNone/>
              <a:defRPr b="0" i="0" sz="1800" u="none" cap="none" strike="noStrike">
                <a:solidFill>
                  <a:schemeClr val="dk2"/>
                </a:solidFill>
              </a:defRPr>
            </a:lvl2pPr>
            <a:lvl3pPr lvl="2" marR="0" rtl="0" algn="l">
              <a:spcBef>
                <a:spcPts val="0"/>
              </a:spcBef>
              <a:spcAft>
                <a:spcPts val="0"/>
              </a:spcAft>
              <a:buSzPts val="1400"/>
              <a:buNone/>
              <a:defRPr b="0" i="0" sz="1800" u="none" cap="none" strike="noStrike">
                <a:solidFill>
                  <a:schemeClr val="dk2"/>
                </a:solidFill>
              </a:defRPr>
            </a:lvl3pPr>
            <a:lvl4pPr lvl="3" marR="0" rtl="0" algn="l">
              <a:spcBef>
                <a:spcPts val="0"/>
              </a:spcBef>
              <a:spcAft>
                <a:spcPts val="0"/>
              </a:spcAft>
              <a:buSzPts val="1400"/>
              <a:buNone/>
              <a:defRPr b="0" i="0" sz="1800" u="none" cap="none" strike="noStrike">
                <a:solidFill>
                  <a:schemeClr val="dk2"/>
                </a:solidFill>
              </a:defRPr>
            </a:lvl4pPr>
            <a:lvl5pPr lvl="4" marR="0" rtl="0" algn="l">
              <a:spcBef>
                <a:spcPts val="0"/>
              </a:spcBef>
              <a:spcAft>
                <a:spcPts val="0"/>
              </a:spcAft>
              <a:buSzPts val="1400"/>
              <a:buNone/>
              <a:defRPr b="0" i="0" sz="1800" u="none" cap="none" strike="noStrike">
                <a:solidFill>
                  <a:schemeClr val="dk2"/>
                </a:solidFill>
              </a:defRPr>
            </a:lvl5pPr>
            <a:lvl6pPr lvl="5" marR="0" rtl="0" algn="l">
              <a:spcBef>
                <a:spcPts val="0"/>
              </a:spcBef>
              <a:spcAft>
                <a:spcPts val="0"/>
              </a:spcAft>
              <a:buSzPts val="1400"/>
              <a:buNone/>
              <a:defRPr b="0" i="0" sz="1800" u="none" cap="none" strike="noStrike">
                <a:solidFill>
                  <a:schemeClr val="dk2"/>
                </a:solidFill>
              </a:defRPr>
            </a:lvl6pPr>
            <a:lvl7pPr lvl="6" marR="0" rtl="0" algn="l">
              <a:spcBef>
                <a:spcPts val="0"/>
              </a:spcBef>
              <a:spcAft>
                <a:spcPts val="0"/>
              </a:spcAft>
              <a:buSzPts val="1400"/>
              <a:buNone/>
              <a:defRPr b="0" i="0" sz="1800" u="none" cap="none" strike="noStrike">
                <a:solidFill>
                  <a:schemeClr val="dk2"/>
                </a:solidFill>
              </a:defRPr>
            </a:lvl7pPr>
            <a:lvl8pPr lvl="7" marR="0" rtl="0" algn="l">
              <a:spcBef>
                <a:spcPts val="0"/>
              </a:spcBef>
              <a:spcAft>
                <a:spcPts val="0"/>
              </a:spcAft>
              <a:buSzPts val="1400"/>
              <a:buNone/>
              <a:defRPr b="0" i="0" sz="1800" u="none" cap="none" strike="noStrike">
                <a:solidFill>
                  <a:schemeClr val="dk2"/>
                </a:solidFill>
              </a:defRPr>
            </a:lvl8pPr>
            <a:lvl9pPr lvl="8" marR="0" rtl="0" algn="l">
              <a:spcBef>
                <a:spcPts val="0"/>
              </a:spcBef>
              <a:spcAft>
                <a:spcPts val="0"/>
              </a:spcAft>
              <a:buSzPts val="1400"/>
              <a:buNone/>
              <a:defRPr b="0" i="0" sz="1800" u="none" cap="none" strike="noStrike">
                <a:solidFill>
                  <a:schemeClr val="dk2"/>
                </a:solidFill>
              </a:defRPr>
            </a:lvl9pPr>
          </a:lstStyle>
          <a:p/>
        </p:txBody>
      </p:sp>
      <p:sp>
        <p:nvSpPr>
          <p:cNvPr id="15" name="Google Shape;15;p66"/>
          <p:cNvSpPr txBox="1"/>
          <p:nvPr>
            <p:ph idx="1" type="body"/>
          </p:nvPr>
        </p:nvSpPr>
        <p:spPr>
          <a:xfrm>
            <a:off x="1950213" y="2119257"/>
            <a:ext cx="8259722" cy="3603812"/>
          </a:xfrm>
          <a:prstGeom prst="rect">
            <a:avLst/>
          </a:prstGeom>
          <a:noFill/>
          <a:ln>
            <a:noFill/>
          </a:ln>
        </p:spPr>
        <p:txBody>
          <a:bodyPr anchorCtr="0" anchor="t" bIns="45700" lIns="91425" spcFirstLastPara="1" rIns="91425" wrap="square" tIns="45700">
            <a:normAutofit/>
          </a:bodyPr>
          <a:lstStyle>
            <a:lvl1pPr indent="-358140" lvl="0" marL="457200" marR="0" rtl="0" algn="l">
              <a:spcBef>
                <a:spcPts val="480"/>
              </a:spcBef>
              <a:spcAft>
                <a:spcPts val="0"/>
              </a:spcAft>
              <a:buClr>
                <a:schemeClr val="accent2"/>
              </a:buClr>
              <a:buSzPts val="2040"/>
              <a:buFont typeface="Courgette"/>
              <a:buChar char="O"/>
              <a:defRPr b="0" i="0" sz="2400" u="none" cap="none" strike="noStrike">
                <a:solidFill>
                  <a:schemeClr val="dk1"/>
                </a:solidFill>
                <a:latin typeface="Libre Franklin"/>
                <a:ea typeface="Libre Franklin"/>
                <a:cs typeface="Libre Franklin"/>
                <a:sym typeface="Libre Franklin"/>
              </a:defRPr>
            </a:lvl1pPr>
            <a:lvl2pPr indent="-347344" lvl="1" marL="914400" marR="0" rtl="0" algn="l">
              <a:spcBef>
                <a:spcPts val="440"/>
              </a:spcBef>
              <a:spcAft>
                <a:spcPts val="0"/>
              </a:spcAft>
              <a:buClr>
                <a:schemeClr val="accent2"/>
              </a:buClr>
              <a:buSzPts val="1870"/>
              <a:buFont typeface="Courgette"/>
              <a:buChar char="O"/>
              <a:defRPr b="0" i="0" sz="2200" u="none" cap="none" strike="noStrike">
                <a:solidFill>
                  <a:schemeClr val="dk1"/>
                </a:solidFill>
                <a:latin typeface="Libre Franklin"/>
                <a:ea typeface="Libre Franklin"/>
                <a:cs typeface="Libre Franklin"/>
                <a:sym typeface="Libre Franklin"/>
              </a:defRPr>
            </a:lvl2pPr>
            <a:lvl3pPr indent="-336550" lvl="2" marL="1371600" marR="0" rtl="0" algn="l">
              <a:spcBef>
                <a:spcPts val="400"/>
              </a:spcBef>
              <a:spcAft>
                <a:spcPts val="0"/>
              </a:spcAft>
              <a:buClr>
                <a:schemeClr val="accent2"/>
              </a:buClr>
              <a:buSzPts val="1700"/>
              <a:buFont typeface="Courgette"/>
              <a:buChar char="O"/>
              <a:defRPr b="0" i="0" sz="2000" u="none" cap="none" strike="noStrike">
                <a:solidFill>
                  <a:schemeClr val="dk1"/>
                </a:solidFill>
                <a:latin typeface="Libre Franklin"/>
                <a:ea typeface="Libre Franklin"/>
                <a:cs typeface="Libre Franklin"/>
                <a:sym typeface="Libre Franklin"/>
              </a:defRPr>
            </a:lvl3pPr>
            <a:lvl4pPr indent="-325755" lvl="3" marL="1828800" marR="0" rtl="0" algn="l">
              <a:spcBef>
                <a:spcPts val="360"/>
              </a:spcBef>
              <a:spcAft>
                <a:spcPts val="0"/>
              </a:spcAft>
              <a:buClr>
                <a:schemeClr val="accent2"/>
              </a:buClr>
              <a:buSzPts val="1530"/>
              <a:buFont typeface="Courgette"/>
              <a:buChar char="O"/>
              <a:defRPr b="0" i="0" sz="1800" u="none" cap="none" strike="noStrike">
                <a:solidFill>
                  <a:schemeClr val="dk1"/>
                </a:solidFill>
                <a:latin typeface="Libre Franklin"/>
                <a:ea typeface="Libre Franklin"/>
                <a:cs typeface="Libre Franklin"/>
                <a:sym typeface="Libre Franklin"/>
              </a:defRPr>
            </a:lvl4pPr>
            <a:lvl5pPr indent="-314960" lvl="4" marL="2286000" marR="0" rtl="0" algn="l">
              <a:spcBef>
                <a:spcPts val="320"/>
              </a:spcBef>
              <a:spcAft>
                <a:spcPts val="0"/>
              </a:spcAft>
              <a:buClr>
                <a:schemeClr val="accent2"/>
              </a:buClr>
              <a:buSzPts val="1360"/>
              <a:buFont typeface="Courgette"/>
              <a:buChar char="O"/>
              <a:defRPr b="0" i="0" sz="1600" u="none" cap="none" strike="noStrike">
                <a:solidFill>
                  <a:schemeClr val="dk1"/>
                </a:solidFill>
                <a:latin typeface="Libre Franklin"/>
                <a:ea typeface="Libre Franklin"/>
                <a:cs typeface="Libre Franklin"/>
                <a:sym typeface="Libre Franklin"/>
              </a:defRPr>
            </a:lvl5pPr>
            <a:lvl6pPr indent="-314960" lvl="5" marL="2743200" marR="0" rtl="0" algn="l">
              <a:spcBef>
                <a:spcPts val="320"/>
              </a:spcBef>
              <a:spcAft>
                <a:spcPts val="0"/>
              </a:spcAft>
              <a:buClr>
                <a:schemeClr val="accent2"/>
              </a:buClr>
              <a:buSzPts val="1360"/>
              <a:buFont typeface="Courgette"/>
              <a:buChar char="O"/>
              <a:defRPr b="0" i="0" sz="1600" u="none" cap="none" strike="noStrike">
                <a:solidFill>
                  <a:schemeClr val="dk1"/>
                </a:solidFill>
                <a:latin typeface="Libre Franklin"/>
                <a:ea typeface="Libre Franklin"/>
                <a:cs typeface="Libre Franklin"/>
                <a:sym typeface="Libre Franklin"/>
              </a:defRPr>
            </a:lvl6pPr>
            <a:lvl7pPr indent="-314960" lvl="6" marL="3200400" marR="0" rtl="0" algn="l">
              <a:spcBef>
                <a:spcPts val="320"/>
              </a:spcBef>
              <a:spcAft>
                <a:spcPts val="0"/>
              </a:spcAft>
              <a:buClr>
                <a:schemeClr val="accent2"/>
              </a:buClr>
              <a:buSzPts val="1360"/>
              <a:buFont typeface="Courgette"/>
              <a:buChar char="O"/>
              <a:defRPr b="0" i="0" sz="1600" u="none" cap="none" strike="noStrike">
                <a:solidFill>
                  <a:schemeClr val="dk1"/>
                </a:solidFill>
                <a:latin typeface="Libre Franklin"/>
                <a:ea typeface="Libre Franklin"/>
                <a:cs typeface="Libre Franklin"/>
                <a:sym typeface="Libre Franklin"/>
              </a:defRPr>
            </a:lvl7pPr>
            <a:lvl8pPr indent="-314959" lvl="7" marL="3657600" marR="0" rtl="0" algn="l">
              <a:spcBef>
                <a:spcPts val="320"/>
              </a:spcBef>
              <a:spcAft>
                <a:spcPts val="0"/>
              </a:spcAft>
              <a:buClr>
                <a:schemeClr val="accent2"/>
              </a:buClr>
              <a:buSzPts val="1360"/>
              <a:buFont typeface="Courgette"/>
              <a:buChar char="O"/>
              <a:defRPr b="0" i="0" sz="1600" u="none" cap="none" strike="noStrike">
                <a:solidFill>
                  <a:schemeClr val="dk1"/>
                </a:solidFill>
                <a:latin typeface="Libre Franklin"/>
                <a:ea typeface="Libre Franklin"/>
                <a:cs typeface="Libre Franklin"/>
                <a:sym typeface="Libre Franklin"/>
              </a:defRPr>
            </a:lvl8pPr>
            <a:lvl9pPr indent="-314959" lvl="8" marL="4114800" marR="0" rtl="0" algn="l">
              <a:spcBef>
                <a:spcPts val="320"/>
              </a:spcBef>
              <a:spcAft>
                <a:spcPts val="0"/>
              </a:spcAft>
              <a:buClr>
                <a:schemeClr val="accent2"/>
              </a:buClr>
              <a:buSzPts val="1360"/>
              <a:buFont typeface="Courgette"/>
              <a:buChar char="O"/>
              <a:defRPr b="0" i="0" sz="1600" u="none" cap="none" strike="noStrike">
                <a:solidFill>
                  <a:schemeClr val="dk1"/>
                </a:solidFill>
                <a:latin typeface="Libre Franklin"/>
                <a:ea typeface="Libre Franklin"/>
                <a:cs typeface="Libre Franklin"/>
                <a:sym typeface="Libre Franklin"/>
              </a:defRPr>
            </a:lvl9pPr>
          </a:lstStyle>
          <a:p/>
        </p:txBody>
      </p:sp>
      <p:sp>
        <p:nvSpPr>
          <p:cNvPr id="16" name="Google Shape;16;p66"/>
          <p:cNvSpPr txBox="1"/>
          <p:nvPr>
            <p:ph idx="10" type="dt"/>
          </p:nvPr>
        </p:nvSpPr>
        <p:spPr>
          <a:xfrm>
            <a:off x="8603877" y="5809153"/>
            <a:ext cx="1618007" cy="365125"/>
          </a:xfrm>
          <a:prstGeom prst="rect">
            <a:avLst/>
          </a:prstGeom>
          <a:noFill/>
          <a:ln>
            <a:noFill/>
          </a:ln>
        </p:spPr>
        <p:txBody>
          <a:bodyPr anchorCtr="0" anchor="ctr"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7" name="Google Shape;17;p66"/>
          <p:cNvSpPr txBox="1"/>
          <p:nvPr>
            <p:ph idx="11" type="ftr"/>
          </p:nvPr>
        </p:nvSpPr>
        <p:spPr>
          <a:xfrm>
            <a:off x="1218884" y="5809153"/>
            <a:ext cx="7384994"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400" u="none" cap="none" strike="noStrike">
                <a:solidFill>
                  <a:schemeClr val="dk2"/>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2pPr>
            <a:lvl3pPr lvl="2"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3pPr>
            <a:lvl4pPr lvl="3"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4pPr>
            <a:lvl5pPr lvl="4"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5pPr>
            <a:lvl6pPr lvl="5"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6pPr>
            <a:lvl7pPr lvl="6"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7pPr>
            <a:lvl8pPr lvl="7"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8pPr>
            <a:lvl9pPr lvl="8" marR="0" rtl="0" algn="l">
              <a:spcBef>
                <a:spcPts val="0"/>
              </a:spcBef>
              <a:spcAft>
                <a:spcPts val="0"/>
              </a:spcAft>
              <a:buSzPts val="1400"/>
              <a:buNone/>
              <a:defRPr b="0" i="0" sz="1800" u="none" cap="none" strike="noStrike">
                <a:solidFill>
                  <a:schemeClr val="dk1"/>
                </a:solidFill>
                <a:latin typeface="Libre Franklin"/>
                <a:ea typeface="Libre Franklin"/>
                <a:cs typeface="Libre Franklin"/>
                <a:sym typeface="Libre Franklin"/>
              </a:defRPr>
            </a:lvl9pPr>
          </a:lstStyle>
          <a:p/>
        </p:txBody>
      </p:sp>
      <p:sp>
        <p:nvSpPr>
          <p:cNvPr id="18" name="Google Shape;18;p66"/>
          <p:cNvSpPr txBox="1"/>
          <p:nvPr>
            <p:ph idx="12" type="sldNum"/>
          </p:nvPr>
        </p:nvSpPr>
        <p:spPr>
          <a:xfrm>
            <a:off x="10224273" y="5809153"/>
            <a:ext cx="738505"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400" u="none" cap="none" strike="noStrike">
                <a:solidFill>
                  <a:schemeClr val="dk2"/>
                </a:solidFill>
                <a:latin typeface="Arial"/>
                <a:ea typeface="Arial"/>
                <a:cs typeface="Arial"/>
                <a:sym typeface="Arial"/>
              </a:defRPr>
            </a:lvl1pPr>
            <a:lvl2pPr indent="0" lvl="1" marL="0" marR="0" rtl="0" algn="r">
              <a:spcBef>
                <a:spcPts val="0"/>
              </a:spcBef>
              <a:buNone/>
              <a:defRPr b="0" i="0" sz="1400" u="none" cap="none" strike="noStrike">
                <a:solidFill>
                  <a:schemeClr val="dk2"/>
                </a:solidFill>
                <a:latin typeface="Arial"/>
                <a:ea typeface="Arial"/>
                <a:cs typeface="Arial"/>
                <a:sym typeface="Arial"/>
              </a:defRPr>
            </a:lvl2pPr>
            <a:lvl3pPr indent="0" lvl="2" marL="0" marR="0" rtl="0" algn="r">
              <a:spcBef>
                <a:spcPts val="0"/>
              </a:spcBef>
              <a:buNone/>
              <a:defRPr b="0" i="0" sz="1400" u="none" cap="none" strike="noStrike">
                <a:solidFill>
                  <a:schemeClr val="dk2"/>
                </a:solidFill>
                <a:latin typeface="Arial"/>
                <a:ea typeface="Arial"/>
                <a:cs typeface="Arial"/>
                <a:sym typeface="Arial"/>
              </a:defRPr>
            </a:lvl3pPr>
            <a:lvl4pPr indent="0" lvl="3" marL="0" marR="0" rtl="0" algn="r">
              <a:spcBef>
                <a:spcPts val="0"/>
              </a:spcBef>
              <a:buNone/>
              <a:defRPr b="0" i="0" sz="1400" u="none" cap="none" strike="noStrike">
                <a:solidFill>
                  <a:schemeClr val="dk2"/>
                </a:solidFill>
                <a:latin typeface="Arial"/>
                <a:ea typeface="Arial"/>
                <a:cs typeface="Arial"/>
                <a:sym typeface="Arial"/>
              </a:defRPr>
            </a:lvl4pPr>
            <a:lvl5pPr indent="0" lvl="4" marL="0" marR="0" rtl="0" algn="r">
              <a:spcBef>
                <a:spcPts val="0"/>
              </a:spcBef>
              <a:buNone/>
              <a:defRPr b="0" i="0" sz="1400" u="none" cap="none" strike="noStrike">
                <a:solidFill>
                  <a:schemeClr val="dk2"/>
                </a:solidFill>
                <a:latin typeface="Arial"/>
                <a:ea typeface="Arial"/>
                <a:cs typeface="Arial"/>
                <a:sym typeface="Arial"/>
              </a:defRPr>
            </a:lvl5pPr>
            <a:lvl6pPr indent="0" lvl="5" marL="0" marR="0" rtl="0" algn="r">
              <a:spcBef>
                <a:spcPts val="0"/>
              </a:spcBef>
              <a:buNone/>
              <a:defRPr b="0" i="0" sz="1400" u="none" cap="none" strike="noStrike">
                <a:solidFill>
                  <a:schemeClr val="dk2"/>
                </a:solidFill>
                <a:latin typeface="Arial"/>
                <a:ea typeface="Arial"/>
                <a:cs typeface="Arial"/>
                <a:sym typeface="Arial"/>
              </a:defRPr>
            </a:lvl6pPr>
            <a:lvl7pPr indent="0" lvl="6" marL="0" marR="0" rtl="0" algn="r">
              <a:spcBef>
                <a:spcPts val="0"/>
              </a:spcBef>
              <a:buNone/>
              <a:defRPr b="0" i="0" sz="1400" u="none" cap="none" strike="noStrike">
                <a:solidFill>
                  <a:schemeClr val="dk2"/>
                </a:solidFill>
                <a:latin typeface="Arial"/>
                <a:ea typeface="Arial"/>
                <a:cs typeface="Arial"/>
                <a:sym typeface="Arial"/>
              </a:defRPr>
            </a:lvl7pPr>
            <a:lvl8pPr indent="0" lvl="7" marL="0" marR="0" rtl="0" algn="r">
              <a:spcBef>
                <a:spcPts val="0"/>
              </a:spcBef>
              <a:buNone/>
              <a:defRPr b="0" i="0" sz="1400" u="none" cap="none" strike="noStrike">
                <a:solidFill>
                  <a:schemeClr val="dk2"/>
                </a:solidFill>
                <a:latin typeface="Arial"/>
                <a:ea typeface="Arial"/>
                <a:cs typeface="Arial"/>
                <a:sym typeface="Arial"/>
              </a:defRPr>
            </a:lvl8pPr>
            <a:lvl9pPr indent="0" lvl="8" marL="0" marR="0" rtl="0" algn="r">
              <a:spcBef>
                <a:spcPts val="0"/>
              </a:spcBef>
              <a:buNone/>
              <a:defRPr b="0" i="0" sz="14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5"/>
    <p:sldLayoutId id="2147483650" r:id="rId6"/>
    <p:sldLayoutId id="2147483651" r:id="rId7"/>
    <p:sldLayoutId id="2147483652" r:id="rId8"/>
    <p:sldLayoutId id="2147483653" r:id="rId9"/>
    <p:sldLayoutId id="2147483654" r:id="rId10"/>
    <p:sldLayoutId id="2147483655" r:id="rId11"/>
    <p:sldLayoutId id="2147483656" r:id="rId12"/>
    <p:sldLayoutId id="2147483657" r:id="rId13"/>
    <p:sldLayoutId id="2147483658" r:id="rId14"/>
    <p:sldLayoutId id="214748365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8.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1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16.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4.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 Id="rId3" Type="http://schemas.openxmlformats.org/officeDocument/2006/relationships/image" Target="../media/image2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1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7.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 Id="rId3" Type="http://schemas.openxmlformats.org/officeDocument/2006/relationships/image" Target="../media/image3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2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3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28.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3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 Id="rId3" Type="http://schemas.openxmlformats.org/officeDocument/2006/relationships/image" Target="../media/image3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 Id="rId3" Type="http://schemas.openxmlformats.org/officeDocument/2006/relationships/image" Target="../media/image3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 Id="rId3" Type="http://schemas.openxmlformats.org/officeDocument/2006/relationships/image" Target="../media/image3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3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
          <p:cNvSpPr txBox="1"/>
          <p:nvPr>
            <p:ph type="ctrTitle"/>
          </p:nvPr>
        </p:nvSpPr>
        <p:spPr>
          <a:xfrm>
            <a:off x="1904301" y="1275126"/>
            <a:ext cx="7961152" cy="945119"/>
          </a:xfrm>
          <a:prstGeom prst="rect">
            <a:avLst/>
          </a:prstGeom>
          <a:noFill/>
          <a:ln>
            <a:noFill/>
          </a:ln>
        </p:spPr>
        <p:txBody>
          <a:bodyPr anchorCtr="0" anchor="b" bIns="45700" lIns="91425" spcFirstLastPara="1" rIns="91425" wrap="square" tIns="45700">
            <a:normAutofit/>
          </a:bodyPr>
          <a:lstStyle/>
          <a:p>
            <a:pPr indent="0" lvl="0" marL="0" rtl="0" algn="l">
              <a:spcBef>
                <a:spcPts val="0"/>
              </a:spcBef>
              <a:spcAft>
                <a:spcPts val="0"/>
              </a:spcAft>
              <a:buClr>
                <a:schemeClr val="lt2"/>
              </a:buClr>
              <a:buSzPts val="4800"/>
              <a:buFont typeface="Constantia"/>
              <a:buNone/>
            </a:pPr>
            <a:r>
              <a:rPr b="1" i="1" lang="en-US">
                <a:solidFill>
                  <a:schemeClr val="lt2"/>
                </a:solidFill>
              </a:rPr>
              <a:t> 	</a:t>
            </a:r>
            <a:r>
              <a:rPr b="1" i="1" lang="en-US">
                <a:solidFill>
                  <a:srgbClr val="0C0C0C"/>
                </a:solidFill>
              </a:rPr>
              <a:t>Webworx’s DocGen</a:t>
            </a:r>
            <a:endParaRPr/>
          </a:p>
        </p:txBody>
      </p:sp>
      <p:sp>
        <p:nvSpPr>
          <p:cNvPr id="121" name="Google Shape;121;p1"/>
          <p:cNvSpPr txBox="1"/>
          <p:nvPr>
            <p:ph idx="1" type="subTitle"/>
          </p:nvPr>
        </p:nvSpPr>
        <p:spPr>
          <a:xfrm>
            <a:off x="5677864" y="3892105"/>
            <a:ext cx="4925360" cy="16728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1700"/>
              <a:buNone/>
            </a:pPr>
            <a:r>
              <a:rPr b="1" lang="en-US" sz="2000">
                <a:solidFill>
                  <a:srgbClr val="0C0C0C"/>
                </a:solidFill>
              </a:rPr>
              <a:t>Name: Revati Sanjay Pawar</a:t>
            </a:r>
            <a:endParaRPr b="1" sz="2000">
              <a:solidFill>
                <a:srgbClr val="0C0C0C"/>
              </a:solidFill>
            </a:endParaRPr>
          </a:p>
          <a:p>
            <a:pPr indent="0" lvl="0" marL="0" rtl="0" algn="l">
              <a:spcBef>
                <a:spcPts val="400"/>
              </a:spcBef>
              <a:spcAft>
                <a:spcPts val="0"/>
              </a:spcAft>
              <a:buSzPts val="1700"/>
              <a:buNone/>
            </a:pPr>
            <a:r>
              <a:rPr b="1" lang="en-US" sz="2000">
                <a:solidFill>
                  <a:srgbClr val="0C0C0C"/>
                </a:solidFill>
              </a:rPr>
              <a:t>Class: M.Sc.(Computer Science) Part II</a:t>
            </a:r>
            <a:endParaRPr b="1" sz="2000">
              <a:solidFill>
                <a:srgbClr val="0C0C0C"/>
              </a:solidFill>
            </a:endParaRPr>
          </a:p>
          <a:p>
            <a:pPr indent="0" lvl="0" marL="0" rtl="0" algn="l">
              <a:spcBef>
                <a:spcPts val="400"/>
              </a:spcBef>
              <a:spcAft>
                <a:spcPts val="0"/>
              </a:spcAft>
              <a:buSzPts val="1700"/>
              <a:buNone/>
            </a:pPr>
            <a:r>
              <a:rPr b="1" lang="en-US" sz="2000">
                <a:solidFill>
                  <a:srgbClr val="0C0C0C"/>
                </a:solidFill>
              </a:rPr>
              <a:t>Roll No.: 42836</a:t>
            </a:r>
            <a:endParaRPr b="1" sz="2000">
              <a:solidFill>
                <a:srgbClr val="0C0C0C"/>
              </a:solidFill>
            </a:endParaRPr>
          </a:p>
          <a:p>
            <a:pPr indent="0" lvl="0" marL="0" rtl="0" algn="l">
              <a:spcBef>
                <a:spcPts val="400"/>
              </a:spcBef>
              <a:spcAft>
                <a:spcPts val="0"/>
              </a:spcAft>
              <a:buSzPts val="1700"/>
              <a:buNone/>
            </a:pPr>
            <a:r>
              <a:t/>
            </a:r>
            <a:endParaRPr sz="2000">
              <a:solidFill>
                <a:schemeClr val="lt2"/>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pic>
        <p:nvPicPr>
          <p:cNvPr id="126" name="Google Shape;126;p2"/>
          <p:cNvPicPr preferRelativeResize="0"/>
          <p:nvPr/>
        </p:nvPicPr>
        <p:blipFill rotWithShape="1">
          <a:blip r:embed="rId3">
            <a:alphaModFix/>
          </a:blip>
          <a:srcRect b="0" l="0" r="0" t="0"/>
          <a:stretch/>
        </p:blipFill>
        <p:spPr>
          <a:xfrm>
            <a:off x="1080136" y="695008"/>
            <a:ext cx="3907790" cy="476250"/>
          </a:xfrm>
          <a:prstGeom prst="rect">
            <a:avLst/>
          </a:prstGeom>
          <a:noFill/>
          <a:ln>
            <a:noFill/>
          </a:ln>
        </p:spPr>
      </p:pic>
      <p:pic>
        <p:nvPicPr>
          <p:cNvPr id="127" name="Google Shape;127;p2"/>
          <p:cNvPicPr preferRelativeResize="0"/>
          <p:nvPr/>
        </p:nvPicPr>
        <p:blipFill rotWithShape="1">
          <a:blip r:embed="rId4">
            <a:alphaModFix/>
          </a:blip>
          <a:srcRect b="0" l="0" r="0" t="0"/>
          <a:stretch/>
        </p:blipFill>
        <p:spPr>
          <a:xfrm>
            <a:off x="989267" y="1171258"/>
            <a:ext cx="9977120" cy="197485"/>
          </a:xfrm>
          <a:prstGeom prst="rect">
            <a:avLst/>
          </a:prstGeom>
          <a:noFill/>
          <a:ln>
            <a:noFill/>
          </a:ln>
        </p:spPr>
      </p:pic>
      <p:sp>
        <p:nvSpPr>
          <p:cNvPr id="128" name="Google Shape;128;p2"/>
          <p:cNvSpPr txBox="1"/>
          <p:nvPr/>
        </p:nvSpPr>
        <p:spPr>
          <a:xfrm>
            <a:off x="1308683" y="1270001"/>
            <a:ext cx="9657600" cy="45870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1800" u="none" cap="none" strike="noStrike">
                <a:solidFill>
                  <a:schemeClr val="dk1"/>
                </a:solidFill>
                <a:latin typeface="Calibri"/>
                <a:ea typeface="Calibri"/>
                <a:cs typeface="Calibri"/>
                <a:sym typeface="Calibri"/>
              </a:rPr>
              <a:t>			</a:t>
            </a:r>
            <a:r>
              <a:rPr b="1" i="0" lang="en-US" sz="2000" u="none" cap="none" strike="noStrike">
                <a:solidFill>
                  <a:schemeClr val="dk1"/>
                </a:solidFill>
                <a:latin typeface="Calibri"/>
                <a:ea typeface="Calibri"/>
                <a:cs typeface="Calibri"/>
                <a:sym typeface="Calibri"/>
              </a:rPr>
              <a:t>Internship Completion Certificate</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Date:07/04/2021</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To whom it may concern:</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Webworx certifies that Ms. Revati Sanjay Pawar successfully completed the internship program from 1 February 2021 to 24th June 2021 at our organization.</a:t>
            </a:r>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During this time, Revati was assigned Software Development and WordPress Development tasks and performed the following assignments: </a:t>
            </a:r>
            <a:r>
              <a:rPr b="1" i="0" lang="en-US" sz="2000" u="none" cap="none" strike="noStrike">
                <a:solidFill>
                  <a:schemeClr val="dk1"/>
                </a:solidFill>
                <a:latin typeface="Calibri"/>
                <a:ea typeface="Calibri"/>
                <a:cs typeface="Calibri"/>
                <a:sym typeface="Calibri"/>
              </a:rPr>
              <a:t>Clutch and care UI, DocGen,</a:t>
            </a:r>
            <a:r>
              <a:rPr b="0" i="0" lang="en-US" sz="2000" u="none" cap="none" strike="noStrike">
                <a:solidFill>
                  <a:schemeClr val="dk1"/>
                </a:solidFill>
                <a:latin typeface="Calibri"/>
                <a:ea typeface="Calibri"/>
                <a:cs typeface="Calibri"/>
                <a:sym typeface="Calibri"/>
              </a:rPr>
              <a:t> </a:t>
            </a:r>
            <a:r>
              <a:rPr b="1" i="0" lang="en-US" sz="2000" u="none" cap="none" strike="noStrike">
                <a:solidFill>
                  <a:schemeClr val="dk1"/>
                </a:solidFill>
                <a:latin typeface="Calibri"/>
                <a:ea typeface="Calibri"/>
                <a:cs typeface="Calibri"/>
                <a:sym typeface="Calibri"/>
              </a:rPr>
              <a:t>HR CRM</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a:t>
            </a:r>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Write well designed, testable, efficient code by using best software development practices</a:t>
            </a:r>
            <a:endParaRPr/>
          </a:p>
          <a:p>
            <a:pPr indent="0" lvl="0" marL="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Create website layout/user interface by using standard HTML/CSS practices</a:t>
            </a:r>
            <a:endParaRPr/>
          </a:p>
          <a:p>
            <a:pPr indent="0" lvl="0" marL="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Integrate data from various back-end services and databases</a:t>
            </a:r>
            <a:endParaRPr/>
          </a:p>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 </a:t>
            </a:r>
            <a:endParaRPr b="0" i="0" sz="1800" u="none" cap="none" strike="noStrike">
              <a:solidFill>
                <a:schemeClr val="dk1"/>
              </a:solidFill>
              <a:latin typeface="Libre Franklin"/>
              <a:ea typeface="Libre Franklin"/>
              <a:cs typeface="Libre Franklin"/>
              <a:sym typeface="Libre Franklin"/>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3"/>
          <p:cNvSpPr txBox="1"/>
          <p:nvPr/>
        </p:nvSpPr>
        <p:spPr>
          <a:xfrm>
            <a:off x="1317072" y="587865"/>
            <a:ext cx="9588616" cy="563231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Gather and refine specifications and requirements based on technical needs</a:t>
            </a:r>
            <a:endParaRPr/>
          </a:p>
          <a:p>
            <a:pPr indent="0" lvl="0" marL="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Create and maintain software documentation</a:t>
            </a:r>
            <a:endParaRPr/>
          </a:p>
          <a:p>
            <a:pPr indent="0" lvl="0" marL="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Be responsible for maintaining, expanding, and scaling our site</a:t>
            </a:r>
            <a:endParaRPr/>
          </a:p>
          <a:p>
            <a:pPr indent="-228600" lvl="0" marL="2286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228600" lvl="0" marL="2286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Stay plugged into emerging technologies/industry trends and apply them into operations and activities</a:t>
            </a:r>
            <a:endParaRPr/>
          </a:p>
          <a:p>
            <a:pPr indent="-228600" lvl="0" marL="228600" marR="0" rtl="0" algn="l">
              <a:spcBef>
                <a:spcPts val="0"/>
              </a:spcBef>
              <a:spcAft>
                <a:spcPts val="0"/>
              </a:spcAft>
              <a:buNone/>
            </a:pPr>
            <a:r>
              <a:t/>
            </a:r>
            <a:endParaRPr b="0" i="0" sz="2000" u="none" cap="none" strike="noStrike">
              <a:solidFill>
                <a:schemeClr val="dk1"/>
              </a:solidFill>
              <a:latin typeface="Arial"/>
              <a:ea typeface="Arial"/>
              <a:cs typeface="Arial"/>
              <a:sym typeface="Arial"/>
            </a:endParaRPr>
          </a:p>
          <a:p>
            <a:pPr indent="-228600" lvl="0" marL="228600" marR="0" rtl="0" algn="l">
              <a:spcBef>
                <a:spcPts val="0"/>
              </a:spcBef>
              <a:spcAft>
                <a:spcPts val="0"/>
              </a:spcAft>
              <a:buNone/>
            </a:pPr>
            <a:r>
              <a:rPr b="0"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Calibri"/>
                <a:ea typeface="Calibri"/>
                <a:cs typeface="Calibri"/>
                <a:sym typeface="Calibri"/>
              </a:rPr>
              <a:t>• Cooperate with web designers to match visual design intent</a:t>
            </a:r>
            <a:endParaRPr/>
          </a:p>
          <a:p>
            <a:pPr indent="-228600" lvl="0" marL="2286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a:t>
            </a:r>
            <a:endParaRPr/>
          </a:p>
          <a:p>
            <a:pPr indent="-228600" lvl="0" marL="2286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	Revati displayed professional traits during her internship period and managed to complete all the assigned tasks as requested. She was hardworking, dedicated and committed. It was a pleasure having her with us in this short period.</a:t>
            </a:r>
            <a:endParaRPr b="0" i="0" sz="2000" u="none" cap="none" strike="noStrike">
              <a:solidFill>
                <a:schemeClr val="dk1"/>
              </a:solidFill>
              <a:latin typeface="Calibri"/>
              <a:ea typeface="Calibri"/>
              <a:cs typeface="Calibri"/>
              <a:sym typeface="Calibri"/>
            </a:endParaRPr>
          </a:p>
          <a:p>
            <a:pPr indent="-228600" lvl="0" marL="2286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Sincerely,</a:t>
            </a:r>
            <a:endParaRPr b="0" i="0" sz="2000" u="none" cap="none" strike="noStrike">
              <a:solidFill>
                <a:schemeClr val="dk1"/>
              </a:solidFill>
              <a:latin typeface="Times New Roman"/>
              <a:ea typeface="Times New Roman"/>
              <a:cs typeface="Times New Roman"/>
              <a:sym typeface="Times New Roman"/>
            </a:endParaRPr>
          </a:p>
          <a:p>
            <a:pPr indent="-228600" lvl="0" marL="228600" marR="0" rtl="0" algn="l">
              <a:spcBef>
                <a:spcPts val="0"/>
              </a:spcBef>
              <a:spcAft>
                <a:spcPts val="0"/>
              </a:spcAft>
              <a:buNone/>
            </a:pPr>
            <a:r>
              <a:t/>
            </a:r>
            <a:endParaRPr b="0" i="0" sz="2000" u="none" cap="none" strike="noStrike">
              <a:solidFill>
                <a:schemeClr val="dk1"/>
              </a:solidFill>
              <a:latin typeface="Calibri"/>
              <a:ea typeface="Calibri"/>
              <a:cs typeface="Calibri"/>
              <a:sym typeface="Calibri"/>
            </a:endParaRPr>
          </a:p>
          <a:p>
            <a:pPr indent="-228600" lvl="0" marL="2286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Purva Keskar</a:t>
            </a:r>
            <a:endParaRPr b="0" i="0" sz="2000" u="none" cap="none" strike="noStrike">
              <a:solidFill>
                <a:schemeClr val="dk1"/>
              </a:solidFill>
              <a:latin typeface="Calibri"/>
              <a:ea typeface="Calibri"/>
              <a:cs typeface="Calibri"/>
              <a:sym typeface="Calibri"/>
            </a:endParaRPr>
          </a:p>
          <a:p>
            <a:pPr indent="-228600" lvl="0" marL="228600" marR="0" rtl="0" algn="l">
              <a:spcBef>
                <a:spcPts val="0"/>
              </a:spcBef>
              <a:spcAft>
                <a:spcPts val="0"/>
              </a:spcAft>
              <a:buNone/>
            </a:pPr>
            <a:r>
              <a:rPr b="0" i="0" lang="en-US" sz="2000" u="none" cap="none" strike="noStrike">
                <a:solidFill>
                  <a:schemeClr val="dk1"/>
                </a:solidFill>
                <a:latin typeface="Calibri"/>
                <a:ea typeface="Calibri"/>
                <a:cs typeface="Calibri"/>
                <a:sym typeface="Calibri"/>
              </a:rPr>
              <a:t>Admin &amp; HR Head</a:t>
            </a:r>
            <a:endParaRPr b="0" i="0" sz="2000" u="none" cap="none" strike="noStrike">
              <a:solidFill>
                <a:schemeClr val="dk1"/>
              </a:solidFill>
              <a:latin typeface="Libre Franklin"/>
              <a:ea typeface="Libre Franklin"/>
              <a:cs typeface="Libre Franklin"/>
              <a:sym typeface="Libre Frankli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4"/>
          <p:cNvSpPr txBox="1"/>
          <p:nvPr>
            <p:ph type="title"/>
          </p:nvPr>
        </p:nvSpPr>
        <p:spPr>
          <a:xfrm>
            <a:off x="1459652" y="817584"/>
            <a:ext cx="4882426" cy="356876"/>
          </a:xfrm>
          <a:prstGeom prst="rect">
            <a:avLst/>
          </a:prstGeom>
          <a:noFill/>
          <a:ln>
            <a:noFill/>
          </a:ln>
        </p:spPr>
        <p:txBody>
          <a:bodyPr anchorCtr="0" anchor="ctr" bIns="45700" lIns="91425" spcFirstLastPara="1" rIns="91425" wrap="square" tIns="45700">
            <a:normAutofit fontScale="90000"/>
          </a:bodyPr>
          <a:lstStyle/>
          <a:p>
            <a:pPr indent="0" lvl="0" marL="0" rtl="0" algn="l">
              <a:spcBef>
                <a:spcPts val="0"/>
              </a:spcBef>
              <a:spcAft>
                <a:spcPts val="0"/>
              </a:spcAft>
              <a:buClr>
                <a:schemeClr val="dk1"/>
              </a:buClr>
              <a:buSzPct val="100000"/>
              <a:buFont typeface="Constantia"/>
              <a:buNone/>
            </a:pPr>
            <a:r>
              <a:rPr lang="en-US" sz="3200"/>
              <a:t>Industrial Project Calendar</a:t>
            </a:r>
            <a:endParaRPr/>
          </a:p>
        </p:txBody>
      </p:sp>
      <p:graphicFrame>
        <p:nvGraphicFramePr>
          <p:cNvPr id="139" name="Google Shape;139;p4"/>
          <p:cNvGraphicFramePr/>
          <p:nvPr/>
        </p:nvGraphicFramePr>
        <p:xfrm>
          <a:off x="1496346" y="1594701"/>
          <a:ext cx="3000000" cy="3000000"/>
        </p:xfrm>
        <a:graphic>
          <a:graphicData uri="http://schemas.openxmlformats.org/drawingml/2006/table">
            <a:tbl>
              <a:tblPr bandRow="1" firstRow="1">
                <a:noFill/>
                <a:tableStyleId>{5692D370-42DD-417D-B0AC-AE7A047628CA}</a:tableStyleId>
              </a:tblPr>
              <a:tblGrid>
                <a:gridCol w="1724025"/>
                <a:gridCol w="927725"/>
                <a:gridCol w="4883775"/>
                <a:gridCol w="1402075"/>
              </a:tblGrid>
              <a:tr h="300075">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Month </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Week</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Particulars</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Remark</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601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February-2021</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Revised HTML, CSS, and PHP Concepts.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000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Introduction to REST API and PDO</a:t>
                      </a:r>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000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Did Assignments.</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000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IV</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Revised Jquery, JavaScript Concepts.</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000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V</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Did Assignments.</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60012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March- 2021</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Created Admin Panel using Bootstrap 4, HTML, CSS and JavaScript.</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9002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Created Registration Forms with email functionality </a:t>
                      </a:r>
                      <a:r>
                        <a:rPr lang="en-US" sz="2000" u="none" cap="none" strike="noStrike">
                          <a:latin typeface="Calibri"/>
                          <a:ea typeface="Calibri"/>
                          <a:cs typeface="Calibri"/>
                          <a:sym typeface="Calibri"/>
                        </a:rPr>
                        <a:t>using Bootstrap 4, HTML, CSS, JavaScript, and Jquery</a:t>
                      </a:r>
                      <a:r>
                        <a:rPr b="0" lang="en-US" sz="2000" u="none" cap="none" strike="noStrike">
                          <a:latin typeface="Calibri"/>
                          <a:ea typeface="Calibri"/>
                          <a:cs typeface="Calibri"/>
                          <a:sym typeface="Calibri"/>
                        </a:rPr>
                        <a:t>.</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9002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CodeGen Project work.</a:t>
                      </a:r>
                      <a:endParaRPr b="0" sz="2000" u="none" cap="none" strike="noStrike">
                        <a:latin typeface="Calibri"/>
                        <a:ea typeface="Calibri"/>
                        <a:cs typeface="Calibri"/>
                        <a:sym typeface="Calibri"/>
                      </a:endParaRPr>
                    </a:p>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Created forms </a:t>
                      </a:r>
                      <a:r>
                        <a:rPr lang="en-US" sz="2000" u="none" cap="none" strike="noStrike">
                          <a:latin typeface="Calibri"/>
                          <a:ea typeface="Calibri"/>
                          <a:cs typeface="Calibri"/>
                          <a:sym typeface="Calibri"/>
                        </a:rPr>
                        <a:t>using Bootstrap 4, HTML, CSS, JavaScript,  and Jquery</a:t>
                      </a:r>
                      <a:r>
                        <a:rPr b="0" lang="en-US" sz="2000" u="none" cap="none" strike="noStrike">
                          <a:latin typeface="Calibri"/>
                          <a:ea typeface="Calibri"/>
                          <a:cs typeface="Calibri"/>
                          <a:sym typeface="Calibri"/>
                        </a:rPr>
                        <a:t>.</a:t>
                      </a:r>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aphicFrame>
        <p:nvGraphicFramePr>
          <p:cNvPr id="144" name="Google Shape;144;p5"/>
          <p:cNvGraphicFramePr/>
          <p:nvPr/>
        </p:nvGraphicFramePr>
        <p:xfrm>
          <a:off x="1430574" y="1069754"/>
          <a:ext cx="3000000" cy="3000000"/>
        </p:xfrm>
        <a:graphic>
          <a:graphicData uri="http://schemas.openxmlformats.org/drawingml/2006/table">
            <a:tbl>
              <a:tblPr bandRow="1" firstRow="1">
                <a:noFill/>
                <a:tableStyleId>{5692D370-42DD-417D-B0AC-AE7A047628CA}</a:tableStyleId>
              </a:tblPr>
              <a:tblGrid>
                <a:gridCol w="1534800"/>
                <a:gridCol w="843275"/>
                <a:gridCol w="4591675"/>
                <a:gridCol w="1980575"/>
              </a:tblGrid>
              <a:tr h="520075">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Month </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Week</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Particulars</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Remark</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5200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IV</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Created CodGen CURD Operations for fetching records from database using PHP and PDO.</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5200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V</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Designed CodGen Screens.</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422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April -2021</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CodeGen Project work.</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6096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Designed Mobile Responsive Screens for </a:t>
                      </a:r>
                      <a:r>
                        <a:rPr b="0" lang="en-US" sz="2000" u="none" cap="none" strike="noStrike">
                          <a:latin typeface="Calibri"/>
                          <a:ea typeface="Calibri"/>
                          <a:cs typeface="Calibri"/>
                          <a:sym typeface="Calibri"/>
                        </a:rPr>
                        <a:t>Clutch &amp; Care </a:t>
                      </a:r>
                      <a:r>
                        <a:rPr lang="en-US" sz="2000" u="none" cap="none" strike="noStrike">
                          <a:latin typeface="Calibri"/>
                          <a:ea typeface="Calibri"/>
                          <a:cs typeface="Calibri"/>
                          <a:sym typeface="Calibri"/>
                        </a:rPr>
                        <a:t>Project </a:t>
                      </a: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448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Designed Screens for Clutch &amp; Care Project</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12192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May-2021</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 </a:t>
                      </a:r>
                      <a:r>
                        <a:rPr b="1" lang="en-US" sz="2000" u="none" cap="none" strike="noStrike">
                          <a:latin typeface="Calibri"/>
                          <a:ea typeface="Calibri"/>
                          <a:cs typeface="Calibri"/>
                          <a:sym typeface="Calibri"/>
                        </a:rPr>
                        <a:t>DocGen Project Work. </a:t>
                      </a:r>
                      <a:endParaRPr b="0" sz="2000" u="none" cap="none" strike="noStrike">
                        <a:latin typeface="Calibri"/>
                        <a:ea typeface="Calibri"/>
                        <a:cs typeface="Calibri"/>
                        <a:sym typeface="Calibri"/>
                      </a:endParaRPr>
                    </a:p>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Designed Dashboard and other Screens using Bootstrap 4, Jquery, HTML, CSS, JavaScript, and Ajax.</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49992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Created forms and designed database.</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aphicFrame>
        <p:nvGraphicFramePr>
          <p:cNvPr id="149" name="Google Shape;149;p6"/>
          <p:cNvGraphicFramePr/>
          <p:nvPr/>
        </p:nvGraphicFramePr>
        <p:xfrm>
          <a:off x="1362863" y="1033902"/>
          <a:ext cx="3000000" cy="3000000"/>
        </p:xfrm>
        <a:graphic>
          <a:graphicData uri="http://schemas.openxmlformats.org/drawingml/2006/table">
            <a:tbl>
              <a:tblPr bandRow="1" firstRow="1">
                <a:noFill/>
                <a:tableStyleId>{5692D370-42DD-417D-B0AC-AE7A047628CA}</a:tableStyleId>
              </a:tblPr>
              <a:tblGrid>
                <a:gridCol w="1506850"/>
                <a:gridCol w="1125850"/>
                <a:gridCol w="4697725"/>
                <a:gridCol w="1929775"/>
              </a:tblGrid>
              <a:tr h="370850">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Month </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Week</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Particulars</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Remark</a:t>
                      </a:r>
                      <a:endParaRPr b="1"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708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Created Rest API’s for employee details.</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708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IV</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Created functions and class files for generating pdf using Pdf library.</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370850">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V</a:t>
                      </a:r>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Created functions and class files for generating pdf using MPdf library.</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12192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r>
                        <a:rPr lang="en-US" sz="2000" u="none" cap="none" strike="noStrike">
                          <a:latin typeface="Calibri"/>
                          <a:ea typeface="Calibri"/>
                          <a:cs typeface="Calibri"/>
                          <a:sym typeface="Calibri"/>
                        </a:rPr>
                        <a:t>June-2021</a:t>
                      </a:r>
                      <a:endParaRPr b="0" sz="2000" u="none" cap="none" strike="noStrike">
                        <a:latin typeface="Calibri"/>
                        <a:ea typeface="Calibri"/>
                        <a:cs typeface="Calibri"/>
                        <a:sym typeface="Calibri"/>
                      </a:endParaRPr>
                    </a:p>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1" lang="en-US" sz="2000" u="none" cap="none" strike="noStrike">
                          <a:latin typeface="Calibri"/>
                          <a:ea typeface="Calibri"/>
                          <a:cs typeface="Calibri"/>
                          <a:sym typeface="Calibri"/>
                        </a:rPr>
                        <a:t>HR-CRM Project Work .</a:t>
                      </a:r>
                      <a:endParaRPr b="0" sz="2000" u="none" cap="none" strike="noStrike">
                        <a:latin typeface="Calibri"/>
                        <a:ea typeface="Calibri"/>
                        <a:cs typeface="Calibri"/>
                        <a:sym typeface="Calibri"/>
                      </a:endParaRPr>
                    </a:p>
                    <a:p>
                      <a:pPr indent="0" lvl="0" marL="0" marR="0" rtl="0" algn="l">
                        <a:spcBef>
                          <a:spcPts val="0"/>
                        </a:spcBef>
                        <a:spcAft>
                          <a:spcPts val="0"/>
                        </a:spcAft>
                        <a:buClr>
                          <a:schemeClr val="dk1"/>
                        </a:buClr>
                        <a:buSzPts val="2000"/>
                        <a:buFont typeface="Calibri"/>
                        <a:buNone/>
                      </a:pPr>
                      <a:r>
                        <a:rPr lang="en-US" sz="2000" u="none" cap="none" strike="noStrike">
                          <a:latin typeface="Calibri"/>
                          <a:ea typeface="Calibri"/>
                          <a:cs typeface="Calibri"/>
                          <a:sym typeface="Calibri"/>
                        </a:rPr>
                        <a:t>Designed database then model forms using HTML, CSS, Javascript, Ajax, and Jquery for edit records , and  other stuff.</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6096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Created Rest API’s for generating PDF documents.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6140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III</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Created Rest ApI’s for document Contents.</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r h="614050">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IV</a:t>
                      </a:r>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Designed forms for Trackacc.uk </a:t>
                      </a:r>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8575" marL="68575">
                    <a:lnL cap="flat" cmpd="sng" w="12700">
                      <a:solidFill>
                        <a:srgbClr val="080000"/>
                      </a:solidFill>
                      <a:prstDash val="solid"/>
                      <a:round/>
                      <a:headEnd len="sm" w="sm" type="none"/>
                      <a:tailEnd len="sm" w="sm" type="none"/>
                    </a:lnL>
                    <a:lnR cap="flat" cmpd="sng" w="12700">
                      <a:solidFill>
                        <a:srgbClr val="080000"/>
                      </a:solidFill>
                      <a:prstDash val="solid"/>
                      <a:round/>
                      <a:headEnd len="sm" w="sm" type="none"/>
                      <a:tailEnd len="sm" w="sm" type="none"/>
                    </a:lnR>
                    <a:lnT cap="flat" cmpd="sng" w="12700">
                      <a:solidFill>
                        <a:srgbClr val="080000"/>
                      </a:solidFill>
                      <a:prstDash val="solid"/>
                      <a:round/>
                      <a:headEnd len="sm" w="sm" type="none"/>
                      <a:tailEnd len="sm" w="sm" type="none"/>
                    </a:lnT>
                    <a:lnB cap="flat" cmpd="sng" w="12700">
                      <a:solidFill>
                        <a:srgbClr val="080000"/>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7"/>
          <p:cNvSpPr txBox="1"/>
          <p:nvPr>
            <p:ph type="title"/>
          </p:nvPr>
        </p:nvSpPr>
        <p:spPr>
          <a:xfrm>
            <a:off x="1283515" y="771787"/>
            <a:ext cx="9311779" cy="5474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rgbClr val="ED9C93"/>
              </a:buClr>
              <a:buSzPct val="100000"/>
              <a:buFont typeface="Cambria"/>
              <a:buNone/>
            </a:pPr>
            <a:br>
              <a:rPr lang="en-US">
                <a:solidFill>
                  <a:srgbClr val="ED9C93"/>
                </a:solidFill>
                <a:latin typeface="Cambria"/>
                <a:ea typeface="Cambria"/>
                <a:cs typeface="Cambria"/>
                <a:sym typeface="Cambria"/>
              </a:rPr>
            </a:br>
            <a:r>
              <a:rPr lang="en-US" sz="3600">
                <a:solidFill>
                  <a:schemeClr val="dk1"/>
                </a:solidFill>
                <a:latin typeface="Cambria"/>
                <a:ea typeface="Cambria"/>
                <a:cs typeface="Cambria"/>
                <a:sym typeface="Cambria"/>
              </a:rPr>
              <a:t>Acknowledgement</a:t>
            </a:r>
            <a:br>
              <a:rPr lang="en-US">
                <a:solidFill>
                  <a:srgbClr val="ED9C93"/>
                </a:solidFill>
                <a:latin typeface="Cambria"/>
                <a:ea typeface="Cambria"/>
                <a:cs typeface="Cambria"/>
                <a:sym typeface="Cambria"/>
              </a:rPr>
            </a:br>
            <a:endParaRPr/>
          </a:p>
        </p:txBody>
      </p:sp>
      <p:sp>
        <p:nvSpPr>
          <p:cNvPr id="155" name="Google Shape;155;p7"/>
          <p:cNvSpPr txBox="1"/>
          <p:nvPr>
            <p:ph idx="1" type="body"/>
          </p:nvPr>
        </p:nvSpPr>
        <p:spPr>
          <a:xfrm>
            <a:off x="1199626" y="1459684"/>
            <a:ext cx="9647340" cy="4591987"/>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040"/>
              <a:buNone/>
            </a:pPr>
            <a:r>
              <a:t/>
            </a:r>
            <a:endParaRPr sz="2400">
              <a:latin typeface="Calibri"/>
              <a:ea typeface="Calibri"/>
              <a:cs typeface="Calibri"/>
              <a:sym typeface="Calibri"/>
            </a:endParaRPr>
          </a:p>
          <a:p>
            <a:pPr indent="0" lvl="0" marL="0" rtl="0" algn="l">
              <a:spcBef>
                <a:spcPts val="480"/>
              </a:spcBef>
              <a:spcAft>
                <a:spcPts val="0"/>
              </a:spcAft>
              <a:buSzPts val="2040"/>
              <a:buNone/>
            </a:pPr>
            <a:r>
              <a:rPr lang="en-US" sz="2400">
                <a:latin typeface="Calibri"/>
                <a:ea typeface="Calibri"/>
                <a:cs typeface="Calibri"/>
                <a:sym typeface="Calibri"/>
              </a:rPr>
              <a:t>It has been a great opportunity to gain a lot of experience in real time project, followed by knowledge of actually implementing various ideas in the project and testing them. It helped me to understand and deal with the real time problems that are incurred during the working of a project.</a:t>
            </a:r>
            <a:endParaRPr sz="2400">
              <a:latin typeface="Calibri"/>
              <a:ea typeface="Calibri"/>
              <a:cs typeface="Calibri"/>
              <a:sym typeface="Calibri"/>
            </a:endParaRPr>
          </a:p>
          <a:p>
            <a:pPr indent="0" lvl="0" marL="0" rtl="0" algn="l">
              <a:spcBef>
                <a:spcPts val="480"/>
              </a:spcBef>
              <a:spcAft>
                <a:spcPts val="0"/>
              </a:spcAft>
              <a:buSzPts val="2040"/>
              <a:buNone/>
            </a:pPr>
            <a:r>
              <a:rPr lang="en-US" sz="2400">
                <a:latin typeface="Calibri"/>
                <a:ea typeface="Calibri"/>
                <a:cs typeface="Calibri"/>
                <a:sym typeface="Calibri"/>
              </a:rPr>
              <a:t>	I want to thank all the people who helped me and would like to extend a special gratitude to our </a:t>
            </a:r>
            <a:r>
              <a:rPr b="1" lang="en-US" sz="2400">
                <a:latin typeface="Calibri"/>
                <a:ea typeface="Calibri"/>
                <a:cs typeface="Calibri"/>
                <a:sym typeface="Calibri"/>
              </a:rPr>
              <a:t>HOD, Prof. Shamkant Deshmukh Sir</a:t>
            </a:r>
            <a:r>
              <a:rPr lang="en-US" sz="2400">
                <a:latin typeface="Calibri"/>
                <a:ea typeface="Calibri"/>
                <a:cs typeface="Calibri"/>
                <a:sym typeface="Calibri"/>
              </a:rPr>
              <a:t> and our project guide, </a:t>
            </a:r>
            <a:r>
              <a:rPr b="1" lang="en-US" sz="2400">
                <a:latin typeface="Calibri"/>
                <a:ea typeface="Calibri"/>
                <a:cs typeface="Calibri"/>
                <a:sym typeface="Calibri"/>
              </a:rPr>
              <a:t>Prof. Trupti Gohad ma'am</a:t>
            </a:r>
            <a:r>
              <a:rPr lang="en-US" sz="2400">
                <a:latin typeface="Calibri"/>
                <a:ea typeface="Calibri"/>
                <a:cs typeface="Calibri"/>
                <a:sym typeface="Calibri"/>
              </a:rPr>
              <a:t> for their patience and guidance through out the semester. </a:t>
            </a:r>
            <a:endParaRPr sz="2400">
              <a:latin typeface="Calibri"/>
              <a:ea typeface="Calibri"/>
              <a:cs typeface="Calibri"/>
              <a:sym typeface="Calibri"/>
            </a:endParaRPr>
          </a:p>
          <a:p>
            <a:pPr indent="0" lvl="0" marL="0" rtl="0" algn="l">
              <a:spcBef>
                <a:spcPts val="480"/>
              </a:spcBef>
              <a:spcAft>
                <a:spcPts val="0"/>
              </a:spcAft>
              <a:buSzPts val="2040"/>
              <a:buNone/>
            </a:pPr>
            <a:r>
              <a:rPr lang="en-US" sz="2400">
                <a:latin typeface="Calibri"/>
                <a:ea typeface="Calibri"/>
                <a:cs typeface="Calibri"/>
                <a:sym typeface="Calibri"/>
              </a:rPr>
              <a:t>	At last I would like to thank all those people who understood and appreciated the aim of the project and encouraged me to further keep developing such projects.</a:t>
            </a:r>
            <a:endParaRPr sz="2400">
              <a:latin typeface="Calibri"/>
              <a:ea typeface="Calibri"/>
              <a:cs typeface="Calibri"/>
              <a:sym typeface="Calibri"/>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8"/>
          <p:cNvSpPr txBox="1"/>
          <p:nvPr>
            <p:ph type="title"/>
          </p:nvPr>
        </p:nvSpPr>
        <p:spPr>
          <a:xfrm>
            <a:off x="1459651" y="817584"/>
            <a:ext cx="9284575" cy="616933"/>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mbria"/>
              <a:buNone/>
            </a:pPr>
            <a:r>
              <a:rPr lang="en-US" sz="3200">
                <a:solidFill>
                  <a:schemeClr val="dk1"/>
                </a:solidFill>
                <a:latin typeface="Cambria"/>
                <a:ea typeface="Cambria"/>
                <a:cs typeface="Cambria"/>
                <a:sym typeface="Cambria"/>
              </a:rPr>
              <a:t>Contents</a:t>
            </a:r>
            <a:endParaRPr sz="3200"/>
          </a:p>
        </p:txBody>
      </p:sp>
      <p:sp>
        <p:nvSpPr>
          <p:cNvPr id="161" name="Google Shape;161;p8"/>
          <p:cNvSpPr txBox="1"/>
          <p:nvPr>
            <p:ph idx="1" type="body"/>
          </p:nvPr>
        </p:nvSpPr>
        <p:spPr>
          <a:xfrm>
            <a:off x="1300294" y="1719742"/>
            <a:ext cx="9219500" cy="4295163"/>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85000"/>
              <a:buChar char="O"/>
            </a:pPr>
            <a:r>
              <a:rPr lang="en-US" sz="2400">
                <a:latin typeface="Cambria"/>
                <a:ea typeface="Cambria"/>
                <a:cs typeface="Cambria"/>
                <a:sym typeface="Cambria"/>
              </a:rPr>
              <a:t>Introduction</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Problem Definition</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Existing System</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Need of Computerization</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Scope of Proposed System</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Objective of Proposed System</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Feasibility Study</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Requirement gathering and anticipation</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 Platform (H/W, S/W) with version details </a:t>
            </a:r>
            <a:endParaRPr sz="2400">
              <a:latin typeface="Cambria"/>
              <a:ea typeface="Cambria"/>
              <a:cs typeface="Cambria"/>
              <a:sym typeface="Cambria"/>
            </a:endParaRPr>
          </a:p>
          <a:p>
            <a:pPr indent="-274320" lvl="0" marL="274320" rtl="0" algn="l">
              <a:spcBef>
                <a:spcPts val="444"/>
              </a:spcBef>
              <a:spcAft>
                <a:spcPts val="0"/>
              </a:spcAft>
              <a:buSzPct val="85000"/>
              <a:buChar char="O"/>
            </a:pPr>
            <a:r>
              <a:rPr lang="en-US" sz="2400">
                <a:latin typeface="Cambria"/>
                <a:ea typeface="Cambria"/>
                <a:cs typeface="Cambria"/>
                <a:sym typeface="Cambria"/>
              </a:rPr>
              <a:t>Analysis Specification (Object Oriented Approach)</a:t>
            </a:r>
            <a:endParaRPr sz="2400">
              <a:latin typeface="Cambria"/>
              <a:ea typeface="Cambria"/>
              <a:cs typeface="Cambria"/>
              <a:sym typeface="Cambria"/>
            </a:endParaRPr>
          </a:p>
          <a:p>
            <a:pPr indent="0" lvl="0" marL="0" rtl="0" algn="l">
              <a:spcBef>
                <a:spcPts val="444"/>
              </a:spcBef>
              <a:spcAft>
                <a:spcPts val="0"/>
              </a:spcAft>
              <a:buSzPct val="85000"/>
              <a:buNone/>
            </a:pPr>
            <a:r>
              <a:rPr lang="en-US" sz="2400">
                <a:latin typeface="Cambria"/>
                <a:ea typeface="Cambria"/>
                <a:cs typeface="Cambria"/>
                <a:sym typeface="Cambria"/>
              </a:rPr>
              <a:t> </a:t>
            </a:r>
            <a:endParaRPr sz="2400">
              <a:latin typeface="Cambria"/>
              <a:ea typeface="Cambria"/>
              <a:cs typeface="Cambria"/>
              <a:sym typeface="Cambria"/>
            </a:endParaRPr>
          </a:p>
          <a:p>
            <a:pPr indent="-174466" lvl="0" marL="274320" rtl="0" algn="l">
              <a:spcBef>
                <a:spcPts val="370"/>
              </a:spcBef>
              <a:spcAft>
                <a:spcPts val="0"/>
              </a:spcAft>
              <a:buSzPct val="85000"/>
              <a:buNone/>
            </a:pPr>
            <a:r>
              <a:t/>
            </a:r>
            <a:endParaRPr sz="2000">
              <a:latin typeface="Cambria"/>
              <a:ea typeface="Cambria"/>
              <a:cs typeface="Cambria"/>
              <a:sym typeface="Cambria"/>
            </a:endParaRPr>
          </a:p>
          <a:p>
            <a:pPr indent="-174466" lvl="0" marL="274320" rtl="0" algn="l">
              <a:spcBef>
                <a:spcPts val="370"/>
              </a:spcBef>
              <a:spcAft>
                <a:spcPts val="0"/>
              </a:spcAft>
              <a:buSzPct val="85000"/>
              <a:buNone/>
            </a:pPr>
            <a:r>
              <a:t/>
            </a:r>
            <a:endParaRPr sz="20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9"/>
          <p:cNvSpPr txBox="1"/>
          <p:nvPr>
            <p:ph type="title"/>
          </p:nvPr>
        </p:nvSpPr>
        <p:spPr>
          <a:xfrm>
            <a:off x="1459652" y="817583"/>
            <a:ext cx="9152422" cy="72599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mbria"/>
              <a:buNone/>
            </a:pPr>
            <a:r>
              <a:rPr lang="en-US" sz="3200">
                <a:solidFill>
                  <a:schemeClr val="dk1"/>
                </a:solidFill>
                <a:latin typeface="Cambria"/>
                <a:ea typeface="Cambria"/>
                <a:cs typeface="Cambria"/>
                <a:sym typeface="Cambria"/>
              </a:rPr>
              <a:t>Contents</a:t>
            </a:r>
            <a:endParaRPr/>
          </a:p>
        </p:txBody>
      </p:sp>
      <p:sp>
        <p:nvSpPr>
          <p:cNvPr id="167" name="Google Shape;167;p9"/>
          <p:cNvSpPr txBox="1"/>
          <p:nvPr>
            <p:ph idx="1" type="body"/>
          </p:nvPr>
        </p:nvSpPr>
        <p:spPr>
          <a:xfrm>
            <a:off x="1409350" y="1778466"/>
            <a:ext cx="9253057" cy="434801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mbria"/>
                <a:ea typeface="Cambria"/>
                <a:cs typeface="Cambria"/>
                <a:sym typeface="Cambria"/>
              </a:rPr>
              <a:t>Design Specification (Object Oriented Approach) </a:t>
            </a:r>
            <a:endParaRPr/>
          </a:p>
          <a:p>
            <a:pPr indent="-274320" lvl="0" marL="274320" rtl="0" algn="l">
              <a:spcBef>
                <a:spcPts val="480"/>
              </a:spcBef>
              <a:spcAft>
                <a:spcPts val="0"/>
              </a:spcAft>
              <a:buSzPts val="2040"/>
              <a:buChar char="O"/>
            </a:pPr>
            <a:r>
              <a:rPr lang="en-US" sz="2400">
                <a:latin typeface="Cambria"/>
                <a:ea typeface="Cambria"/>
                <a:cs typeface="Cambria"/>
                <a:sym typeface="Cambria"/>
              </a:rPr>
              <a:t>Data Di</a:t>
            </a:r>
            <a:r>
              <a:rPr lang="en-US">
                <a:latin typeface="Cambria"/>
                <a:ea typeface="Cambria"/>
                <a:cs typeface="Cambria"/>
                <a:sym typeface="Cambria"/>
              </a:rPr>
              <a:t>c</a:t>
            </a:r>
            <a:r>
              <a:rPr lang="en-US" sz="2400">
                <a:latin typeface="Cambria"/>
                <a:ea typeface="Cambria"/>
                <a:cs typeface="Cambria"/>
                <a:sym typeface="Cambria"/>
              </a:rPr>
              <a:t>tionary</a:t>
            </a:r>
            <a:endParaRPr sz="2400">
              <a:latin typeface="Cambria"/>
              <a:ea typeface="Cambria"/>
              <a:cs typeface="Cambria"/>
              <a:sym typeface="Cambria"/>
            </a:endParaRPr>
          </a:p>
          <a:p>
            <a:pPr indent="-274320" lvl="0" marL="274320" rtl="0" algn="l">
              <a:spcBef>
                <a:spcPts val="480"/>
              </a:spcBef>
              <a:spcAft>
                <a:spcPts val="0"/>
              </a:spcAft>
              <a:buSzPts val="2040"/>
              <a:buChar char="O"/>
            </a:pPr>
            <a:r>
              <a:rPr lang="en-US" sz="2400">
                <a:latin typeface="Cambria"/>
                <a:ea typeface="Cambria"/>
                <a:cs typeface="Cambria"/>
                <a:sym typeface="Cambria"/>
              </a:rPr>
              <a:t>Implementation Strategies</a:t>
            </a:r>
            <a:endParaRPr sz="2400">
              <a:latin typeface="Cambria"/>
              <a:ea typeface="Cambria"/>
              <a:cs typeface="Cambria"/>
              <a:sym typeface="Cambria"/>
            </a:endParaRPr>
          </a:p>
          <a:p>
            <a:pPr indent="-274320" lvl="0" marL="274320" rtl="0" algn="l">
              <a:spcBef>
                <a:spcPts val="480"/>
              </a:spcBef>
              <a:spcAft>
                <a:spcPts val="0"/>
              </a:spcAft>
              <a:buSzPts val="2040"/>
              <a:buChar char="O"/>
            </a:pPr>
            <a:r>
              <a:rPr lang="en-US" sz="2400">
                <a:latin typeface="Cambria"/>
                <a:ea typeface="Cambria"/>
                <a:cs typeface="Cambria"/>
                <a:sym typeface="Cambria"/>
              </a:rPr>
              <a:t>Input/Output Screens</a:t>
            </a:r>
            <a:endParaRPr/>
          </a:p>
          <a:p>
            <a:pPr indent="-274320" lvl="0" marL="274320" rtl="0" algn="l">
              <a:spcBef>
                <a:spcPts val="480"/>
              </a:spcBef>
              <a:spcAft>
                <a:spcPts val="0"/>
              </a:spcAft>
              <a:buSzPts val="2040"/>
              <a:buChar char="O"/>
            </a:pPr>
            <a:r>
              <a:rPr lang="en-US" sz="2400">
                <a:latin typeface="Cambria"/>
                <a:ea typeface="Cambria"/>
                <a:cs typeface="Cambria"/>
                <a:sym typeface="Cambria"/>
              </a:rPr>
              <a:t>Testing Strategies</a:t>
            </a:r>
            <a:endParaRPr/>
          </a:p>
          <a:p>
            <a:pPr indent="-274320" lvl="0" marL="274320" rtl="0" algn="l">
              <a:spcBef>
                <a:spcPts val="480"/>
              </a:spcBef>
              <a:spcAft>
                <a:spcPts val="0"/>
              </a:spcAft>
              <a:buSzPts val="2040"/>
              <a:buChar char="O"/>
            </a:pPr>
            <a:r>
              <a:rPr lang="en-US" sz="2400">
                <a:latin typeface="Cambria"/>
                <a:ea typeface="Cambria"/>
                <a:cs typeface="Cambria"/>
                <a:sym typeface="Cambria"/>
              </a:rPr>
              <a:t>Limitations and Drawbacks</a:t>
            </a:r>
            <a:endParaRPr sz="2400">
              <a:latin typeface="Cambria"/>
              <a:ea typeface="Cambria"/>
              <a:cs typeface="Cambria"/>
              <a:sym typeface="Cambria"/>
            </a:endParaRPr>
          </a:p>
          <a:p>
            <a:pPr indent="-274320" lvl="0" marL="274320" rtl="0" algn="l">
              <a:spcBef>
                <a:spcPts val="480"/>
              </a:spcBef>
              <a:spcAft>
                <a:spcPts val="0"/>
              </a:spcAft>
              <a:buSzPts val="2040"/>
              <a:buChar char="O"/>
            </a:pPr>
            <a:r>
              <a:rPr lang="en-US" sz="2400">
                <a:latin typeface="Cambria"/>
                <a:ea typeface="Cambria"/>
                <a:cs typeface="Cambria"/>
                <a:sym typeface="Cambria"/>
              </a:rPr>
              <a:t>Conclusion</a:t>
            </a:r>
            <a:endParaRPr sz="2400">
              <a:latin typeface="Cambria"/>
              <a:ea typeface="Cambria"/>
              <a:cs typeface="Cambria"/>
              <a:sym typeface="Cambria"/>
            </a:endParaRPr>
          </a:p>
          <a:p>
            <a:pPr indent="-274320" lvl="0" marL="274320" rtl="0" algn="l">
              <a:spcBef>
                <a:spcPts val="480"/>
              </a:spcBef>
              <a:spcAft>
                <a:spcPts val="0"/>
              </a:spcAft>
              <a:buSzPts val="2040"/>
              <a:buChar char="O"/>
            </a:pPr>
            <a:r>
              <a:rPr lang="en-US" sz="2400">
                <a:latin typeface="Cambria"/>
                <a:ea typeface="Cambria"/>
                <a:cs typeface="Cambria"/>
                <a:sym typeface="Cambria"/>
              </a:rPr>
              <a:t>Future Enhancements</a:t>
            </a:r>
            <a:endParaRPr sz="2400">
              <a:latin typeface="Cambria"/>
              <a:ea typeface="Cambria"/>
              <a:cs typeface="Cambria"/>
              <a:sym typeface="Cambria"/>
            </a:endParaRPr>
          </a:p>
          <a:p>
            <a:pPr indent="-274320" lvl="0" marL="274320" rtl="0" algn="l">
              <a:spcBef>
                <a:spcPts val="480"/>
              </a:spcBef>
              <a:spcAft>
                <a:spcPts val="0"/>
              </a:spcAft>
              <a:buSzPts val="2040"/>
              <a:buChar char="O"/>
            </a:pPr>
            <a:r>
              <a:rPr lang="en-US" sz="2400">
                <a:latin typeface="Cambria"/>
                <a:ea typeface="Cambria"/>
                <a:cs typeface="Cambria"/>
                <a:sym typeface="Cambria"/>
              </a:rPr>
              <a:t>Reference and Bibliography</a:t>
            </a:r>
            <a:endParaRPr sz="2400">
              <a:latin typeface="Cambria"/>
              <a:ea typeface="Cambria"/>
              <a:cs typeface="Cambria"/>
              <a:sym typeface="Cambria"/>
            </a:endParaRPr>
          </a:p>
          <a:p>
            <a:pPr indent="-144780" lvl="0" marL="274320" rtl="0" algn="l">
              <a:spcBef>
                <a:spcPts val="480"/>
              </a:spcBef>
              <a:spcAft>
                <a:spcPts val="0"/>
              </a:spcAft>
              <a:buSzPts val="2040"/>
              <a:buNone/>
            </a:pPr>
            <a:r>
              <a:t/>
            </a:r>
            <a:endParaRPr sz="2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10"/>
          <p:cNvSpPr txBox="1"/>
          <p:nvPr>
            <p:ph type="title"/>
          </p:nvPr>
        </p:nvSpPr>
        <p:spPr>
          <a:xfrm>
            <a:off x="1468072" y="761518"/>
            <a:ext cx="9160779" cy="52260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mbria"/>
              <a:buNone/>
            </a:pPr>
            <a:br>
              <a:rPr lang="en-US">
                <a:solidFill>
                  <a:schemeClr val="dk1"/>
                </a:solidFill>
                <a:latin typeface="Cambria"/>
                <a:ea typeface="Cambria"/>
                <a:cs typeface="Cambria"/>
                <a:sym typeface="Cambria"/>
              </a:rPr>
            </a:br>
            <a:r>
              <a:rPr lang="en-US" sz="3600">
                <a:solidFill>
                  <a:schemeClr val="dk1"/>
                </a:solidFill>
                <a:latin typeface="Cambria"/>
                <a:ea typeface="Cambria"/>
                <a:cs typeface="Cambria"/>
                <a:sym typeface="Cambria"/>
              </a:rPr>
              <a:t>Introduction</a:t>
            </a:r>
            <a:br>
              <a:rPr lang="en-US">
                <a:solidFill>
                  <a:srgbClr val="ED9C93"/>
                </a:solidFill>
                <a:latin typeface="Cambria"/>
                <a:ea typeface="Cambria"/>
                <a:cs typeface="Cambria"/>
                <a:sym typeface="Cambria"/>
              </a:rPr>
            </a:br>
            <a:endParaRPr/>
          </a:p>
        </p:txBody>
      </p:sp>
      <p:sp>
        <p:nvSpPr>
          <p:cNvPr id="173" name="Google Shape;173;p10"/>
          <p:cNvSpPr txBox="1"/>
          <p:nvPr>
            <p:ph idx="1" type="body"/>
          </p:nvPr>
        </p:nvSpPr>
        <p:spPr>
          <a:xfrm>
            <a:off x="1241571" y="1686187"/>
            <a:ext cx="9496338" cy="4440295"/>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040"/>
              <a:buChar char="O"/>
            </a:pPr>
            <a:r>
              <a:rPr lang="en-US" sz="2400">
                <a:latin typeface="Calibri"/>
                <a:ea typeface="Calibri"/>
                <a:cs typeface="Calibri"/>
                <a:sym typeface="Calibri"/>
              </a:rPr>
              <a:t>In every field, it’s important to minimize as much risk as possible. </a:t>
            </a:r>
            <a:endParaRPr/>
          </a:p>
          <a:p>
            <a:pPr indent="0" lvl="0" marL="0" rtl="0" algn="l">
              <a:spcBef>
                <a:spcPts val="480"/>
              </a:spcBef>
              <a:spcAft>
                <a:spcPts val="0"/>
              </a:spcAft>
              <a:buSzPts val="2040"/>
              <a:buNone/>
            </a:pPr>
            <a:r>
              <a:rPr lang="en-US" sz="2400">
                <a:latin typeface="Calibri"/>
                <a:ea typeface="Calibri"/>
                <a:cs typeface="Calibri"/>
                <a:sym typeface="Calibri"/>
              </a:rPr>
              <a:t>Documentation is a great tool in protecting against lawsuits and complaints. Documentation help ensure consent and expectations. It helps to tell the narrative for decisions made, and how yourself or the client responded to different situations.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Document Generation is the process of automatically creating documents based on rules. Document Generator is useful when multiple documents need to be generated and each document contains a mixture of: Static content – the parts that remains the same in each document.</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“DocGen” is a web application which generates documents and convert them into PDF format. For example Internship offer letters, Appointment letters, etc.</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1291905" y="696286"/>
            <a:ext cx="9303390" cy="51172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Problem Definition</a:t>
            </a:r>
            <a:endParaRPr/>
          </a:p>
        </p:txBody>
      </p:sp>
      <p:sp>
        <p:nvSpPr>
          <p:cNvPr id="179" name="Google Shape;179;p11"/>
          <p:cNvSpPr txBox="1"/>
          <p:nvPr>
            <p:ph idx="1" type="body"/>
          </p:nvPr>
        </p:nvSpPr>
        <p:spPr>
          <a:xfrm>
            <a:off x="1384183" y="1694576"/>
            <a:ext cx="9605396" cy="4431906"/>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libri"/>
                <a:ea typeface="Calibri"/>
                <a:cs typeface="Calibri"/>
                <a:sym typeface="Calibri"/>
              </a:rPr>
              <a:t>The whole work of Webworx’s document generation is being done manually. That is, the documents are written or typed manually for each and every time when it is needed. So it is very lengthy and time consuming process to type similar documents each and every time.</a:t>
            </a:r>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 Second thing Employee info. / details that is while creating particular document for that particular employee or candidate we need to ask him/her about his/her personal, professional or educational details like full name, address, class, collage name, </a:t>
            </a:r>
            <a:r>
              <a:rPr lang="en-US">
                <a:latin typeface="Calibri"/>
                <a:ea typeface="Calibri"/>
                <a:cs typeface="Calibri"/>
                <a:sym typeface="Calibri"/>
              </a:rPr>
              <a:t>position</a:t>
            </a:r>
            <a:r>
              <a:rPr lang="en-US" sz="2400">
                <a:latin typeface="Calibri"/>
                <a:ea typeface="Calibri"/>
                <a:cs typeface="Calibri"/>
                <a:sym typeface="Calibri"/>
              </a:rPr>
              <a:t>, etc.,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12"/>
          <p:cNvSpPr txBox="1"/>
          <p:nvPr>
            <p:ph type="title"/>
          </p:nvPr>
        </p:nvSpPr>
        <p:spPr>
          <a:xfrm>
            <a:off x="1619075" y="889233"/>
            <a:ext cx="8649051" cy="570452"/>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3600">
                <a:solidFill>
                  <a:schemeClr val="dk1"/>
                </a:solidFill>
                <a:latin typeface="Calibri"/>
                <a:ea typeface="Calibri"/>
                <a:cs typeface="Calibri"/>
                <a:sym typeface="Calibri"/>
              </a:rPr>
              <a:t>Existing System</a:t>
            </a:r>
            <a:br>
              <a:rPr lang="en-US" sz="2800"/>
            </a:br>
            <a:endParaRPr sz="2800"/>
          </a:p>
        </p:txBody>
      </p:sp>
      <p:sp>
        <p:nvSpPr>
          <p:cNvPr id="185" name="Google Shape;185;p12"/>
          <p:cNvSpPr txBox="1"/>
          <p:nvPr>
            <p:ph idx="1" type="body"/>
          </p:nvPr>
        </p:nvSpPr>
        <p:spPr>
          <a:xfrm>
            <a:off x="1384183" y="1744910"/>
            <a:ext cx="9085278" cy="4381569"/>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libri"/>
                <a:ea typeface="Calibri"/>
                <a:cs typeface="Calibri"/>
                <a:sym typeface="Calibri"/>
              </a:rPr>
              <a:t>The whole work of Webworx’s document generation is being done </a:t>
            </a:r>
            <a:endParaRPr/>
          </a:p>
          <a:p>
            <a:pPr indent="0" lvl="0" marL="0" rtl="0" algn="l">
              <a:spcBef>
                <a:spcPts val="480"/>
              </a:spcBef>
              <a:spcAft>
                <a:spcPts val="0"/>
              </a:spcAft>
              <a:buSzPts val="2040"/>
              <a:buNone/>
            </a:pPr>
            <a:r>
              <a:rPr lang="en-US" sz="2400">
                <a:latin typeface="Calibri"/>
                <a:ea typeface="Calibri"/>
                <a:cs typeface="Calibri"/>
                <a:sym typeface="Calibri"/>
              </a:rPr>
              <a:t>manually. That is, the documents are written or typed manually for each and every time when it is needed. For example if we want to generate particular document then we need to write its content then we need to work on its style and format.</a:t>
            </a:r>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 And while creating particular document for a particular employee we need to ask him/her about his/her personal, professional or educational details like full name, address, class, collage name, position,etc.</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3"/>
          <p:cNvSpPr txBox="1"/>
          <p:nvPr>
            <p:ph type="title"/>
          </p:nvPr>
        </p:nvSpPr>
        <p:spPr>
          <a:xfrm>
            <a:off x="1610686" y="696286"/>
            <a:ext cx="9018166" cy="53141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Need for Computerization</a:t>
            </a:r>
            <a:endParaRPr/>
          </a:p>
        </p:txBody>
      </p:sp>
      <p:sp>
        <p:nvSpPr>
          <p:cNvPr id="191" name="Google Shape;191;p13"/>
          <p:cNvSpPr txBox="1"/>
          <p:nvPr>
            <p:ph idx="1" type="body"/>
          </p:nvPr>
        </p:nvSpPr>
        <p:spPr>
          <a:xfrm>
            <a:off x="1317072" y="1644242"/>
            <a:ext cx="9504726" cy="448223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lang="en-US" sz="2400">
                <a:latin typeface="Calibri"/>
                <a:ea typeface="Calibri"/>
                <a:cs typeface="Calibri"/>
                <a:sym typeface="Calibri"/>
              </a:rPr>
              <a:t>Each document contains a mixture of:</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Static content – the parts that remains the same in each document.</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Dynamic content – content that is customized for the audience or recipient of the generated document.</a:t>
            </a:r>
            <a:endParaRPr/>
          </a:p>
          <a:p>
            <a:pPr indent="0" lvl="0" marL="0" rtl="0" algn="l">
              <a:spcBef>
                <a:spcPts val="480"/>
              </a:spcBef>
              <a:spcAft>
                <a:spcPts val="0"/>
              </a:spcAft>
              <a:buSzPts val="2040"/>
              <a:buNone/>
            </a:pPr>
            <a:r>
              <a:t/>
            </a:r>
            <a:endParaRPr sz="2400">
              <a:latin typeface="Calibri"/>
              <a:ea typeface="Calibri"/>
              <a:cs typeface="Calibri"/>
              <a:sym typeface="Calibri"/>
            </a:endParaRPr>
          </a:p>
          <a:p>
            <a:pPr indent="0" lvl="0" marL="0" rtl="0" algn="l">
              <a:spcBef>
                <a:spcPts val="480"/>
              </a:spcBef>
              <a:spcAft>
                <a:spcPts val="0"/>
              </a:spcAft>
              <a:buSzPts val="2040"/>
              <a:buNone/>
            </a:pPr>
            <a:r>
              <a:rPr lang="en-US" sz="2400">
                <a:latin typeface="Calibri"/>
                <a:ea typeface="Calibri"/>
                <a:cs typeface="Calibri"/>
                <a:sym typeface="Calibri"/>
              </a:rPr>
              <a:t>Difficulties arise due to this are,</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As each document contains a mixture of: Static content – the parts that remains the same in each document, then there is no point/ need to waste time for typing / writing same content each time for each employee while creating a similar type of document.   </a:t>
            </a:r>
            <a:r>
              <a:rPr lang="en-US" sz="2400"/>
              <a:t>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4"/>
          <p:cNvSpPr txBox="1"/>
          <p:nvPr>
            <p:ph type="title"/>
          </p:nvPr>
        </p:nvSpPr>
        <p:spPr>
          <a:xfrm>
            <a:off x="1459651" y="817584"/>
            <a:ext cx="9284575" cy="432376"/>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Need for Computerization</a:t>
            </a:r>
            <a:endParaRPr/>
          </a:p>
        </p:txBody>
      </p:sp>
      <p:sp>
        <p:nvSpPr>
          <p:cNvPr id="197" name="Google Shape;197;p14"/>
          <p:cNvSpPr txBox="1"/>
          <p:nvPr>
            <p:ph idx="1" type="body"/>
          </p:nvPr>
        </p:nvSpPr>
        <p:spPr>
          <a:xfrm>
            <a:off x="1350628" y="1610686"/>
            <a:ext cx="9487948" cy="410399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libri"/>
                <a:ea typeface="Calibri"/>
                <a:cs typeface="Calibri"/>
                <a:sym typeface="Calibri"/>
              </a:rPr>
              <a:t>The document generation work is being done manually, and </a:t>
            </a:r>
            <a:endParaRPr/>
          </a:p>
          <a:p>
            <a:pPr indent="0" lvl="0" marL="0" rtl="0" algn="l">
              <a:spcBef>
                <a:spcPts val="480"/>
              </a:spcBef>
              <a:spcAft>
                <a:spcPts val="0"/>
              </a:spcAft>
              <a:buSzPts val="2040"/>
              <a:buNone/>
            </a:pPr>
            <a:r>
              <a:rPr lang="en-US" sz="2400">
                <a:latin typeface="Calibri"/>
                <a:ea typeface="Calibri"/>
                <a:cs typeface="Calibri"/>
                <a:sym typeface="Calibri"/>
              </a:rPr>
              <a:t>employee details are not being maintain, there was one software in which we used to maintain our employee details but now it is outdated. And hence it is very time consuming to ask each employee about their details and then create documents for them. </a:t>
            </a:r>
            <a:endParaRPr sz="2400">
              <a:latin typeface="Calibri"/>
              <a:ea typeface="Calibri"/>
              <a:cs typeface="Calibri"/>
              <a:sym typeface="Calibri"/>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5"/>
          <p:cNvSpPr txBox="1"/>
          <p:nvPr>
            <p:ph type="title"/>
          </p:nvPr>
        </p:nvSpPr>
        <p:spPr>
          <a:xfrm>
            <a:off x="1459651" y="817584"/>
            <a:ext cx="9284575" cy="56659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Scope of the Proposed System</a:t>
            </a:r>
            <a:endParaRPr/>
          </a:p>
        </p:txBody>
      </p:sp>
      <p:sp>
        <p:nvSpPr>
          <p:cNvPr id="203" name="Google Shape;203;p15"/>
          <p:cNvSpPr txBox="1"/>
          <p:nvPr>
            <p:ph idx="1" type="body"/>
          </p:nvPr>
        </p:nvSpPr>
        <p:spPr>
          <a:xfrm>
            <a:off x="1300294" y="1870744"/>
            <a:ext cx="9664117" cy="3951215"/>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040"/>
              <a:buChar char="O"/>
            </a:pPr>
            <a:r>
              <a:rPr lang="en-US" sz="2400">
                <a:latin typeface="Calibri"/>
                <a:ea typeface="Calibri"/>
                <a:cs typeface="Calibri"/>
                <a:sym typeface="Calibri"/>
              </a:rPr>
              <a:t>No business model can afford for its employees to waste time on </a:t>
            </a:r>
            <a:endParaRPr/>
          </a:p>
          <a:p>
            <a:pPr indent="0" lvl="0" marL="0" rtl="0" algn="l">
              <a:spcBef>
                <a:spcPts val="480"/>
              </a:spcBef>
              <a:spcAft>
                <a:spcPts val="0"/>
              </a:spcAft>
              <a:buSzPts val="2040"/>
              <a:buNone/>
            </a:pPr>
            <a:r>
              <a:rPr lang="en-US" sz="2400">
                <a:latin typeface="Calibri"/>
                <a:ea typeface="Calibri"/>
                <a:cs typeface="Calibri"/>
                <a:sym typeface="Calibri"/>
              </a:rPr>
              <a:t>manual processes, which is why DocGen has native features that help us create customized documents faster, streamline your workflow, and get you back to business.  </a:t>
            </a:r>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DocGen is a great tool when multiple documents need to be generated.</a:t>
            </a:r>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It saves much time than the manual work takes for entire document generation process. </a:t>
            </a:r>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6"/>
          <p:cNvSpPr txBox="1"/>
          <p:nvPr>
            <p:ph type="title"/>
          </p:nvPr>
        </p:nvSpPr>
        <p:spPr>
          <a:xfrm>
            <a:off x="1163273" y="830511"/>
            <a:ext cx="9526271" cy="436228"/>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Scope of the Proposed System</a:t>
            </a:r>
            <a:endParaRPr/>
          </a:p>
        </p:txBody>
      </p:sp>
      <p:sp>
        <p:nvSpPr>
          <p:cNvPr id="209" name="Google Shape;209;p16"/>
          <p:cNvSpPr txBox="1"/>
          <p:nvPr>
            <p:ph idx="1" type="body"/>
          </p:nvPr>
        </p:nvSpPr>
        <p:spPr>
          <a:xfrm>
            <a:off x="1359017" y="1686187"/>
            <a:ext cx="9605394" cy="4036882"/>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libri"/>
                <a:ea typeface="Calibri"/>
                <a:cs typeface="Calibri"/>
                <a:sym typeface="Calibri"/>
              </a:rPr>
              <a:t>For example currently we need to write document content then we </a:t>
            </a:r>
            <a:endParaRPr/>
          </a:p>
          <a:p>
            <a:pPr indent="0" lvl="0" marL="0" rtl="0" algn="l">
              <a:spcBef>
                <a:spcPts val="480"/>
              </a:spcBef>
              <a:spcAft>
                <a:spcPts val="0"/>
              </a:spcAft>
              <a:buSzPts val="2040"/>
              <a:buNone/>
            </a:pPr>
            <a:r>
              <a:rPr lang="en-US" sz="2400">
                <a:latin typeface="Calibri"/>
                <a:ea typeface="Calibri"/>
                <a:cs typeface="Calibri"/>
                <a:sym typeface="Calibri"/>
              </a:rPr>
              <a:t>need to work on its style and format for each and every document separately. But here in  DocGen we can generate any document on just one click.</a:t>
            </a:r>
            <a:endParaRPr/>
          </a:p>
          <a:p>
            <a:pPr indent="0" lvl="0" marL="0" rtl="0" algn="l">
              <a:spcBef>
                <a:spcPts val="48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This project will help to maintain the employee details which will be useful in future for retrieving the data for further document generation as per the requirements. </a:t>
            </a:r>
            <a:endParaRPr sz="24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7"/>
          <p:cNvSpPr txBox="1"/>
          <p:nvPr>
            <p:ph type="title"/>
          </p:nvPr>
        </p:nvSpPr>
        <p:spPr>
          <a:xfrm>
            <a:off x="1568741" y="788565"/>
            <a:ext cx="8270283" cy="41106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Objectives of the Proposed System</a:t>
            </a:r>
            <a:endParaRPr/>
          </a:p>
        </p:txBody>
      </p:sp>
      <p:sp>
        <p:nvSpPr>
          <p:cNvPr id="215" name="Google Shape;215;p17"/>
          <p:cNvSpPr txBox="1"/>
          <p:nvPr>
            <p:ph idx="1" type="body"/>
          </p:nvPr>
        </p:nvSpPr>
        <p:spPr>
          <a:xfrm>
            <a:off x="1249960" y="1530730"/>
            <a:ext cx="9739618" cy="4542899"/>
          </a:xfrm>
          <a:prstGeom prst="rect">
            <a:avLst/>
          </a:prstGeom>
          <a:noFill/>
          <a:ln>
            <a:noFill/>
          </a:ln>
        </p:spPr>
        <p:txBody>
          <a:bodyPr anchorCtr="0" anchor="t" bIns="45700" lIns="91425" spcFirstLastPara="1" rIns="91425" wrap="square" tIns="45700">
            <a:normAutofit fontScale="92500" lnSpcReduction="10000"/>
          </a:bodyPr>
          <a:lstStyle/>
          <a:p>
            <a:pPr indent="-274320" lvl="0" marL="274320" rtl="0" algn="l">
              <a:spcBef>
                <a:spcPts val="0"/>
              </a:spcBef>
              <a:spcAft>
                <a:spcPts val="0"/>
              </a:spcAft>
              <a:buSzPct val="85000"/>
              <a:buChar char="O"/>
            </a:pPr>
            <a:r>
              <a:rPr lang="en-US" sz="2400">
                <a:latin typeface="Calibri"/>
                <a:ea typeface="Calibri"/>
                <a:cs typeface="Calibri"/>
                <a:sym typeface="Calibri"/>
              </a:rPr>
              <a:t>DocGen automatically generates documents in PDF format. </a:t>
            </a:r>
            <a:endParaRPr/>
          </a:p>
          <a:p>
            <a:pPr indent="-154495" lvl="0" marL="274320" rtl="0" algn="l">
              <a:spcBef>
                <a:spcPts val="444"/>
              </a:spcBef>
              <a:spcAft>
                <a:spcPts val="0"/>
              </a:spcAft>
              <a:buSzPct val="85000"/>
              <a:buNone/>
            </a:pPr>
            <a:r>
              <a:t/>
            </a:r>
            <a:endParaRPr sz="2400">
              <a:latin typeface="Calibri"/>
              <a:ea typeface="Calibri"/>
              <a:cs typeface="Calibri"/>
              <a:sym typeface="Calibri"/>
            </a:endParaRPr>
          </a:p>
          <a:p>
            <a:pPr indent="-274320" lvl="0" marL="274320" rtl="0" algn="l">
              <a:spcBef>
                <a:spcPts val="444"/>
              </a:spcBef>
              <a:spcAft>
                <a:spcPts val="0"/>
              </a:spcAft>
              <a:buSzPct val="85000"/>
              <a:buChar char="O"/>
            </a:pPr>
            <a:r>
              <a:rPr lang="en-US" sz="2400">
                <a:latin typeface="Calibri"/>
                <a:ea typeface="Calibri"/>
                <a:cs typeface="Calibri"/>
                <a:sym typeface="Calibri"/>
              </a:rPr>
              <a:t>It saves much time than the manual work takes for entire document generation process. </a:t>
            </a:r>
            <a:endParaRPr/>
          </a:p>
          <a:p>
            <a:pPr indent="-154495" lvl="0" marL="274320" rtl="0" algn="l">
              <a:spcBef>
                <a:spcPts val="444"/>
              </a:spcBef>
              <a:spcAft>
                <a:spcPts val="0"/>
              </a:spcAft>
              <a:buSzPct val="85000"/>
              <a:buNone/>
            </a:pPr>
            <a:r>
              <a:t/>
            </a:r>
            <a:endParaRPr sz="2400">
              <a:latin typeface="Calibri"/>
              <a:ea typeface="Calibri"/>
              <a:cs typeface="Calibri"/>
              <a:sym typeface="Calibri"/>
            </a:endParaRPr>
          </a:p>
          <a:p>
            <a:pPr indent="-274320" lvl="0" marL="274320" rtl="0" algn="l">
              <a:spcBef>
                <a:spcPts val="444"/>
              </a:spcBef>
              <a:spcAft>
                <a:spcPts val="0"/>
              </a:spcAft>
              <a:buSzPct val="85000"/>
              <a:buChar char="O"/>
            </a:pPr>
            <a:r>
              <a:rPr lang="en-US" sz="2400">
                <a:latin typeface="Calibri"/>
                <a:ea typeface="Calibri"/>
                <a:cs typeface="Calibri"/>
                <a:sym typeface="Calibri"/>
              </a:rPr>
              <a:t>With the help of DocGen we can generate any document on just one click.</a:t>
            </a:r>
            <a:endParaRPr/>
          </a:p>
          <a:p>
            <a:pPr indent="-154495" lvl="0" marL="274320" rtl="0" algn="l">
              <a:spcBef>
                <a:spcPts val="444"/>
              </a:spcBef>
              <a:spcAft>
                <a:spcPts val="0"/>
              </a:spcAft>
              <a:buSzPct val="85000"/>
              <a:buNone/>
            </a:pPr>
            <a:r>
              <a:t/>
            </a:r>
            <a:endParaRPr sz="2400">
              <a:latin typeface="Calibri"/>
              <a:ea typeface="Calibri"/>
              <a:cs typeface="Calibri"/>
              <a:sym typeface="Calibri"/>
            </a:endParaRPr>
          </a:p>
          <a:p>
            <a:pPr indent="-274320" lvl="0" marL="274320" rtl="0" algn="l">
              <a:spcBef>
                <a:spcPts val="444"/>
              </a:spcBef>
              <a:spcAft>
                <a:spcPts val="0"/>
              </a:spcAft>
              <a:buSzPct val="85000"/>
              <a:buChar char="O"/>
            </a:pPr>
            <a:r>
              <a:rPr lang="en-US" sz="2400">
                <a:latin typeface="Calibri"/>
                <a:ea typeface="Calibri"/>
                <a:cs typeface="Calibri"/>
                <a:sym typeface="Calibri"/>
              </a:rPr>
              <a:t>DocGen maintains information of employees so it becomes easy to access particular employee details while generating any type of document. </a:t>
            </a:r>
            <a:endParaRPr/>
          </a:p>
          <a:p>
            <a:pPr indent="-154495" lvl="0" marL="274320" rtl="0" algn="l">
              <a:spcBef>
                <a:spcPts val="444"/>
              </a:spcBef>
              <a:spcAft>
                <a:spcPts val="0"/>
              </a:spcAft>
              <a:buSzPct val="85000"/>
              <a:buNone/>
            </a:pPr>
            <a:r>
              <a:t/>
            </a:r>
            <a:endParaRPr sz="2400">
              <a:latin typeface="Calibri"/>
              <a:ea typeface="Calibri"/>
              <a:cs typeface="Calibri"/>
              <a:sym typeface="Calibri"/>
            </a:endParaRPr>
          </a:p>
          <a:p>
            <a:pPr indent="-274320" lvl="0" marL="274320" rtl="0" algn="l">
              <a:spcBef>
                <a:spcPts val="444"/>
              </a:spcBef>
              <a:spcAft>
                <a:spcPts val="0"/>
              </a:spcAft>
              <a:buSzPct val="85000"/>
              <a:buChar char="O"/>
            </a:pPr>
            <a:r>
              <a:rPr lang="en-US" sz="2400">
                <a:latin typeface="Calibri"/>
                <a:ea typeface="Calibri"/>
                <a:cs typeface="Calibri"/>
                <a:sym typeface="Calibri"/>
              </a:rPr>
              <a:t>We can also download employee details into excel file format with the help of DocGen.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8"/>
          <p:cNvSpPr txBox="1"/>
          <p:nvPr>
            <p:ph type="title"/>
          </p:nvPr>
        </p:nvSpPr>
        <p:spPr>
          <a:xfrm>
            <a:off x="1459651" y="817584"/>
            <a:ext cx="9284575" cy="52465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Requirement Gathering and Anticipation</a:t>
            </a:r>
            <a:endParaRPr/>
          </a:p>
        </p:txBody>
      </p:sp>
      <p:sp>
        <p:nvSpPr>
          <p:cNvPr id="221" name="Google Shape;221;p18"/>
          <p:cNvSpPr txBox="1"/>
          <p:nvPr>
            <p:ph idx="1" type="body"/>
          </p:nvPr>
        </p:nvSpPr>
        <p:spPr>
          <a:xfrm>
            <a:off x="1233182" y="1921080"/>
            <a:ext cx="9689284" cy="411899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libri"/>
                <a:ea typeface="Calibri"/>
                <a:cs typeface="Calibri"/>
                <a:sym typeface="Calibri"/>
              </a:rPr>
              <a:t>The whole work of Webworx’s document generation is being done </a:t>
            </a:r>
            <a:endParaRPr/>
          </a:p>
          <a:p>
            <a:pPr indent="0" lvl="0" marL="0" rtl="0" algn="l">
              <a:spcBef>
                <a:spcPts val="480"/>
              </a:spcBef>
              <a:spcAft>
                <a:spcPts val="0"/>
              </a:spcAft>
              <a:buSzPts val="2040"/>
              <a:buNone/>
            </a:pPr>
            <a:r>
              <a:rPr lang="en-US" sz="2400">
                <a:latin typeface="Calibri"/>
                <a:ea typeface="Calibri"/>
                <a:cs typeface="Calibri"/>
                <a:sym typeface="Calibri"/>
              </a:rPr>
              <a:t>manually. That is, the documents are written or typed manually for each and every time when it is needed. So it is very lengthy and time consuming process to type similar documents each and every time.</a:t>
            </a:r>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DocGen is a great tool when multiple documents need to be generated. It saves much time than the manual work takes for entire document generation process.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9"/>
          <p:cNvSpPr txBox="1"/>
          <p:nvPr>
            <p:ph type="title"/>
          </p:nvPr>
        </p:nvSpPr>
        <p:spPr>
          <a:xfrm>
            <a:off x="1526796" y="831401"/>
            <a:ext cx="8992998" cy="376614"/>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Platform (H/W, S/W) with version details</a:t>
            </a:r>
            <a:endParaRPr/>
          </a:p>
        </p:txBody>
      </p:sp>
      <p:sp>
        <p:nvSpPr>
          <p:cNvPr id="227" name="Google Shape;227;p19"/>
          <p:cNvSpPr txBox="1"/>
          <p:nvPr>
            <p:ph idx="1" type="body"/>
          </p:nvPr>
        </p:nvSpPr>
        <p:spPr>
          <a:xfrm>
            <a:off x="1182848" y="1736521"/>
            <a:ext cx="9798341" cy="4261607"/>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85000"/>
              <a:buNone/>
            </a:pPr>
            <a:r>
              <a:rPr b="1" lang="en-US" sz="2400">
                <a:latin typeface="Calibri"/>
                <a:ea typeface="Calibri"/>
                <a:cs typeface="Calibri"/>
                <a:sym typeface="Calibri"/>
              </a:rPr>
              <a:t>Software Specification</a:t>
            </a:r>
            <a:r>
              <a:rPr lang="en-US" sz="2400">
                <a:latin typeface="Calibri"/>
                <a:ea typeface="Calibri"/>
                <a:cs typeface="Calibri"/>
                <a:sym typeface="Calibri"/>
              </a:rPr>
              <a:t> </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Operating System: Windows OS.</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Application Platform: Apache web server, MySQL database , PHP Version 7.4.0. , and PhpMyadmin for managing MySQL databases.  </a:t>
            </a:r>
            <a:endParaRPr/>
          </a:p>
          <a:p>
            <a:pPr indent="-154495" lvl="0" marL="274320" rtl="0" algn="l">
              <a:spcBef>
                <a:spcPts val="444"/>
              </a:spcBef>
              <a:spcAft>
                <a:spcPts val="0"/>
              </a:spcAft>
              <a:buSzPct val="85000"/>
              <a:buNone/>
            </a:pPr>
            <a:r>
              <a:t/>
            </a:r>
            <a:endParaRPr sz="2400">
              <a:latin typeface="Calibri"/>
              <a:ea typeface="Calibri"/>
              <a:cs typeface="Calibri"/>
              <a:sym typeface="Calibri"/>
            </a:endParaRPr>
          </a:p>
          <a:p>
            <a:pPr indent="-274320" lvl="0" marL="274320" rtl="0" algn="l">
              <a:spcBef>
                <a:spcPts val="444"/>
              </a:spcBef>
              <a:spcAft>
                <a:spcPts val="0"/>
              </a:spcAft>
              <a:buSzPct val="85000"/>
              <a:buChar char="O"/>
            </a:pPr>
            <a:r>
              <a:rPr b="1" lang="en-US" sz="2400">
                <a:latin typeface="Calibri"/>
                <a:ea typeface="Calibri"/>
                <a:cs typeface="Calibri"/>
                <a:sym typeface="Calibri"/>
              </a:rPr>
              <a:t>Front End and Back End </a:t>
            </a:r>
            <a:r>
              <a:rPr lang="en-US" sz="2400">
                <a:latin typeface="Calibri"/>
                <a:ea typeface="Calibri"/>
                <a:cs typeface="Calibri"/>
                <a:sym typeface="Calibri"/>
              </a:rPr>
              <a:t>- HTML, CSS, JavaScript, Ajax, Jquery, PHP, </a:t>
            </a:r>
            <a:endParaRPr/>
          </a:p>
          <a:p>
            <a:pPr indent="0" lvl="0" marL="0" rtl="0" algn="l">
              <a:spcBef>
                <a:spcPts val="444"/>
              </a:spcBef>
              <a:spcAft>
                <a:spcPts val="0"/>
              </a:spcAft>
              <a:buSzPct val="85000"/>
              <a:buNone/>
            </a:pPr>
            <a:r>
              <a:rPr lang="en-US" sz="2400">
                <a:latin typeface="Calibri"/>
                <a:ea typeface="Calibri"/>
                <a:cs typeface="Calibri"/>
                <a:sym typeface="Calibri"/>
              </a:rPr>
              <a:t>				    and MySQL.</a:t>
            </a:r>
            <a:endParaRPr/>
          </a:p>
          <a:p>
            <a:pPr indent="0" lvl="0" marL="0" rtl="0" algn="l">
              <a:spcBef>
                <a:spcPts val="444"/>
              </a:spcBef>
              <a:spcAft>
                <a:spcPts val="0"/>
              </a:spcAft>
              <a:buSzPct val="85000"/>
              <a:buNone/>
            </a:pPr>
            <a:r>
              <a:rPr b="1" lang="en-US" sz="2400">
                <a:latin typeface="Calibri"/>
                <a:ea typeface="Calibri"/>
                <a:cs typeface="Calibri"/>
                <a:sym typeface="Calibri"/>
              </a:rPr>
              <a:t>Hardware specification </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Intel i5 processor.</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200 MB of free hard drive space.</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128 MB of RAM.</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20"/>
          <p:cNvSpPr txBox="1"/>
          <p:nvPr>
            <p:ph type="title"/>
          </p:nvPr>
        </p:nvSpPr>
        <p:spPr>
          <a:xfrm>
            <a:off x="1258349" y="920344"/>
            <a:ext cx="9362113" cy="490855"/>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Analysis Specification (Object Oriented Approach)</a:t>
            </a:r>
            <a:endParaRPr/>
          </a:p>
        </p:txBody>
      </p:sp>
      <p:sp>
        <p:nvSpPr>
          <p:cNvPr id="233" name="Google Shape;233;p20"/>
          <p:cNvSpPr txBox="1"/>
          <p:nvPr>
            <p:ph idx="1" type="body"/>
          </p:nvPr>
        </p:nvSpPr>
        <p:spPr>
          <a:xfrm>
            <a:off x="1182848" y="2119257"/>
            <a:ext cx="9932565" cy="3603812"/>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85000"/>
              <a:buNone/>
            </a:pPr>
            <a:r>
              <a:rPr b="1" lang="en-US" sz="2400">
                <a:latin typeface="Calibri"/>
                <a:ea typeface="Calibri"/>
                <a:cs typeface="Calibri"/>
                <a:sym typeface="Calibri"/>
              </a:rPr>
              <a:t>Questionnaires and  Interviews :-</a:t>
            </a:r>
            <a:endParaRPr/>
          </a:p>
          <a:p>
            <a:pPr indent="0" lvl="0" marL="0" rtl="0" algn="l">
              <a:spcBef>
                <a:spcPts val="444"/>
              </a:spcBef>
              <a:spcAft>
                <a:spcPts val="0"/>
              </a:spcAft>
              <a:buSzPct val="85000"/>
              <a:buNone/>
            </a:pPr>
            <a:r>
              <a:t/>
            </a:r>
            <a:endParaRPr sz="2400">
              <a:latin typeface="Calibri"/>
              <a:ea typeface="Calibri"/>
              <a:cs typeface="Calibri"/>
              <a:sym typeface="Calibri"/>
            </a:endParaRPr>
          </a:p>
          <a:p>
            <a:pPr indent="0" lvl="0" marL="0" rtl="0" algn="l">
              <a:spcBef>
                <a:spcPts val="444"/>
              </a:spcBef>
              <a:spcAft>
                <a:spcPts val="0"/>
              </a:spcAft>
              <a:buSzPct val="85000"/>
              <a:buNone/>
            </a:pPr>
            <a:r>
              <a:rPr b="1" lang="en-US" sz="2400">
                <a:latin typeface="Calibri"/>
                <a:ea typeface="Calibri"/>
                <a:cs typeface="Calibri"/>
                <a:sym typeface="Calibri"/>
              </a:rPr>
              <a:t>1.How the process is carried out currently ?</a:t>
            </a:r>
            <a:endParaRPr/>
          </a:p>
          <a:p>
            <a:pPr indent="0" lvl="0" marL="0" rtl="0" algn="l">
              <a:spcBef>
                <a:spcPts val="444"/>
              </a:spcBef>
              <a:spcAft>
                <a:spcPts val="0"/>
              </a:spcAft>
              <a:buSzPct val="85000"/>
              <a:buNone/>
            </a:pPr>
            <a:r>
              <a:rPr b="1" lang="en-US" sz="2400">
                <a:latin typeface="Calibri"/>
                <a:ea typeface="Calibri"/>
                <a:cs typeface="Calibri"/>
                <a:sym typeface="Calibri"/>
              </a:rPr>
              <a:t>Answer :-</a:t>
            </a:r>
            <a:r>
              <a:rPr lang="en-US" sz="2400">
                <a:latin typeface="Calibri"/>
                <a:ea typeface="Calibri"/>
                <a:cs typeface="Calibri"/>
                <a:sym typeface="Calibri"/>
              </a:rPr>
              <a:t> Currently the entire process is being done manually, i.e. we are creating documents by manually typing. </a:t>
            </a:r>
            <a:endParaRPr/>
          </a:p>
          <a:p>
            <a:pPr indent="0" lvl="0" marL="0" rtl="0" algn="l">
              <a:spcBef>
                <a:spcPts val="444"/>
              </a:spcBef>
              <a:spcAft>
                <a:spcPts val="0"/>
              </a:spcAft>
              <a:buSzPct val="85000"/>
              <a:buNone/>
            </a:pPr>
            <a:r>
              <a:t/>
            </a:r>
            <a:endParaRPr sz="2400">
              <a:latin typeface="Calibri"/>
              <a:ea typeface="Calibri"/>
              <a:cs typeface="Calibri"/>
              <a:sym typeface="Calibri"/>
            </a:endParaRPr>
          </a:p>
          <a:p>
            <a:pPr indent="0" lvl="0" marL="0" rtl="0" algn="l">
              <a:spcBef>
                <a:spcPts val="444"/>
              </a:spcBef>
              <a:spcAft>
                <a:spcPts val="0"/>
              </a:spcAft>
              <a:buSzPct val="85000"/>
              <a:buNone/>
            </a:pPr>
            <a:r>
              <a:rPr b="1" lang="en-US" sz="2400">
                <a:latin typeface="Calibri"/>
                <a:ea typeface="Calibri"/>
                <a:cs typeface="Calibri"/>
                <a:sym typeface="Calibri"/>
              </a:rPr>
              <a:t>2.What kind of documents are you creating ?</a:t>
            </a:r>
            <a:endParaRPr/>
          </a:p>
          <a:p>
            <a:pPr indent="0" lvl="0" marL="0" rtl="0" algn="l">
              <a:spcBef>
                <a:spcPts val="444"/>
              </a:spcBef>
              <a:spcAft>
                <a:spcPts val="0"/>
              </a:spcAft>
              <a:buSzPct val="85000"/>
              <a:buNone/>
            </a:pPr>
            <a:r>
              <a:rPr b="1" lang="en-US" sz="2400">
                <a:latin typeface="Calibri"/>
                <a:ea typeface="Calibri"/>
                <a:cs typeface="Calibri"/>
                <a:sym typeface="Calibri"/>
              </a:rPr>
              <a:t>Answer :- </a:t>
            </a:r>
            <a:r>
              <a:rPr lang="en-US" sz="2400">
                <a:latin typeface="Calibri"/>
                <a:ea typeface="Calibri"/>
                <a:cs typeface="Calibri"/>
                <a:sym typeface="Calibri"/>
              </a:rPr>
              <a:t>We need to create multiple documents for our clients and employees as well. Like Internship offer letters, Appointment letters, etc.</a:t>
            </a:r>
            <a:endParaRPr/>
          </a:p>
          <a:p>
            <a:pPr indent="0" lvl="0" marL="0" rtl="0" algn="l">
              <a:spcBef>
                <a:spcPts val="444"/>
              </a:spcBef>
              <a:spcAft>
                <a:spcPts val="0"/>
              </a:spcAft>
              <a:buSzPct val="85000"/>
              <a:buNone/>
            </a:pPr>
            <a:r>
              <a:rPr lang="en-US" sz="2400">
                <a:latin typeface="Calibri"/>
                <a:ea typeface="Calibri"/>
                <a:cs typeface="Calibri"/>
                <a:sym typeface="Calibri"/>
              </a:rPr>
              <a:t>  </a:t>
            </a:r>
            <a:endParaRPr/>
          </a:p>
          <a:p>
            <a:pPr indent="0" lvl="0" marL="0" rtl="0" algn="l">
              <a:spcBef>
                <a:spcPts val="444"/>
              </a:spcBef>
              <a:spcAft>
                <a:spcPts val="0"/>
              </a:spcAft>
              <a:buSzPct val="85000"/>
              <a:buNone/>
            </a:pPr>
            <a:r>
              <a:t/>
            </a:r>
            <a:endParaRPr sz="24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1"/>
          <p:cNvSpPr txBox="1"/>
          <p:nvPr>
            <p:ph idx="1" type="body"/>
          </p:nvPr>
        </p:nvSpPr>
        <p:spPr>
          <a:xfrm>
            <a:off x="1459684" y="847288"/>
            <a:ext cx="9546673" cy="4874004"/>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spcBef>
                <a:spcPts val="0"/>
              </a:spcBef>
              <a:spcAft>
                <a:spcPts val="0"/>
              </a:spcAft>
              <a:buSzPct val="85000"/>
              <a:buNone/>
            </a:pPr>
            <a:r>
              <a:rPr b="1" lang="en-US" sz="2400">
                <a:latin typeface="Calibri"/>
                <a:ea typeface="Calibri"/>
                <a:cs typeface="Calibri"/>
                <a:sym typeface="Calibri"/>
              </a:rPr>
              <a:t>3.What difficulties are you facing while creating these documents?</a:t>
            </a:r>
            <a:endParaRPr b="1" sz="2400">
              <a:latin typeface="Calibri"/>
              <a:ea typeface="Calibri"/>
              <a:cs typeface="Calibri"/>
              <a:sym typeface="Calibri"/>
            </a:endParaRPr>
          </a:p>
          <a:p>
            <a:pPr indent="0" lvl="0" marL="0" rtl="0" algn="l">
              <a:spcBef>
                <a:spcPts val="444"/>
              </a:spcBef>
              <a:spcAft>
                <a:spcPts val="0"/>
              </a:spcAft>
              <a:buSzPct val="85000"/>
              <a:buNone/>
            </a:pPr>
            <a:r>
              <a:rPr b="1" lang="en-US" sz="2400">
                <a:latin typeface="Calibri"/>
                <a:ea typeface="Calibri"/>
                <a:cs typeface="Calibri"/>
                <a:sym typeface="Calibri"/>
              </a:rPr>
              <a:t>Answer :-</a:t>
            </a:r>
            <a:r>
              <a:rPr lang="en-US" sz="2400">
                <a:latin typeface="Calibri"/>
                <a:ea typeface="Calibri"/>
                <a:cs typeface="Calibri"/>
                <a:sym typeface="Calibri"/>
              </a:rPr>
              <a:t> Firstly it’s very difficult and time consuming to create </a:t>
            </a:r>
            <a:endParaRPr/>
          </a:p>
          <a:p>
            <a:pPr indent="0" lvl="0" marL="0" rtl="0" algn="l">
              <a:spcBef>
                <a:spcPts val="444"/>
              </a:spcBef>
              <a:spcAft>
                <a:spcPts val="0"/>
              </a:spcAft>
              <a:buSzPct val="85000"/>
              <a:buNone/>
            </a:pPr>
            <a:r>
              <a:rPr lang="en-US" sz="2400">
                <a:latin typeface="Calibri"/>
                <a:ea typeface="Calibri"/>
                <a:cs typeface="Calibri"/>
                <a:sym typeface="Calibri"/>
              </a:rPr>
              <a:t>documents for each and every time as our complete work is being done </a:t>
            </a:r>
            <a:endParaRPr/>
          </a:p>
          <a:p>
            <a:pPr indent="0" lvl="0" marL="0" rtl="0" algn="l">
              <a:spcBef>
                <a:spcPts val="444"/>
              </a:spcBef>
              <a:spcAft>
                <a:spcPts val="0"/>
              </a:spcAft>
              <a:buSzPct val="85000"/>
              <a:buNone/>
            </a:pPr>
            <a:r>
              <a:rPr lang="en-US" sz="2400">
                <a:latin typeface="Calibri"/>
                <a:ea typeface="Calibri"/>
                <a:cs typeface="Calibri"/>
                <a:sym typeface="Calibri"/>
              </a:rPr>
              <a:t>manually. We need to do the same thing again and again even if we do copy pasting of static content. </a:t>
            </a:r>
            <a:endParaRPr sz="2400">
              <a:latin typeface="Calibri"/>
              <a:ea typeface="Calibri"/>
              <a:cs typeface="Calibri"/>
              <a:sym typeface="Calibri"/>
            </a:endParaRPr>
          </a:p>
          <a:p>
            <a:pPr indent="0" lvl="0" marL="0" rtl="0" algn="l">
              <a:spcBef>
                <a:spcPts val="444"/>
              </a:spcBef>
              <a:spcAft>
                <a:spcPts val="0"/>
              </a:spcAft>
              <a:buSzPct val="85000"/>
              <a:buNone/>
            </a:pPr>
            <a:r>
              <a:t/>
            </a:r>
            <a:endParaRPr sz="2400">
              <a:latin typeface="Calibri"/>
              <a:ea typeface="Calibri"/>
              <a:cs typeface="Calibri"/>
              <a:sym typeface="Calibri"/>
            </a:endParaRPr>
          </a:p>
          <a:p>
            <a:pPr indent="0" lvl="0" marL="0" rtl="0" algn="l">
              <a:spcBef>
                <a:spcPts val="444"/>
              </a:spcBef>
              <a:spcAft>
                <a:spcPts val="0"/>
              </a:spcAft>
              <a:buSzPct val="85000"/>
              <a:buNone/>
            </a:pPr>
            <a:r>
              <a:rPr b="1" lang="en-US" sz="2400">
                <a:latin typeface="Calibri"/>
                <a:ea typeface="Calibri"/>
                <a:cs typeface="Calibri"/>
                <a:sym typeface="Calibri"/>
              </a:rPr>
              <a:t>4.What about dynamic content ?</a:t>
            </a:r>
            <a:endParaRPr b="1" sz="2400">
              <a:latin typeface="Calibri"/>
              <a:ea typeface="Calibri"/>
              <a:cs typeface="Calibri"/>
              <a:sym typeface="Calibri"/>
            </a:endParaRPr>
          </a:p>
          <a:p>
            <a:pPr indent="0" lvl="0" marL="0" rtl="0" algn="l">
              <a:spcBef>
                <a:spcPts val="444"/>
              </a:spcBef>
              <a:spcAft>
                <a:spcPts val="0"/>
              </a:spcAft>
              <a:buSzPct val="85000"/>
              <a:buNone/>
            </a:pPr>
            <a:r>
              <a:rPr b="1" lang="en-US" sz="2400">
                <a:latin typeface="Calibri"/>
                <a:ea typeface="Calibri"/>
                <a:cs typeface="Calibri"/>
                <a:sym typeface="Calibri"/>
              </a:rPr>
              <a:t>Answer :- </a:t>
            </a:r>
            <a:r>
              <a:rPr lang="en-US" sz="2400">
                <a:latin typeface="Calibri"/>
                <a:ea typeface="Calibri"/>
                <a:cs typeface="Calibri"/>
                <a:sym typeface="Calibri"/>
              </a:rPr>
              <a:t>For dynamic content we asked candidate for their personal, educational, professional details and then we create document as per the requirement. We had one software in which we used to maintain employee details but it is outdated now.</a:t>
            </a:r>
            <a:endParaRPr/>
          </a:p>
          <a:p>
            <a:pPr indent="0" lvl="0" marL="0" rtl="0" algn="l">
              <a:spcBef>
                <a:spcPts val="444"/>
              </a:spcBef>
              <a:spcAft>
                <a:spcPts val="0"/>
              </a:spcAft>
              <a:buSzPct val="85000"/>
              <a:buNone/>
            </a:pPr>
            <a:r>
              <a:t/>
            </a:r>
            <a:endParaRPr sz="2400">
              <a:latin typeface="Calibri"/>
              <a:ea typeface="Calibri"/>
              <a:cs typeface="Calibri"/>
              <a:sym typeface="Calibri"/>
            </a:endParaRPr>
          </a:p>
          <a:p>
            <a:pPr indent="0" lvl="0" marL="0" rtl="0" algn="l">
              <a:spcBef>
                <a:spcPts val="444"/>
              </a:spcBef>
              <a:spcAft>
                <a:spcPts val="0"/>
              </a:spcAft>
              <a:buSzPct val="85000"/>
              <a:buNone/>
            </a:pPr>
            <a:r>
              <a:rPr b="1" lang="en-US" sz="2400">
                <a:latin typeface="Calibri"/>
                <a:ea typeface="Calibri"/>
                <a:cs typeface="Calibri"/>
                <a:sym typeface="Calibri"/>
              </a:rPr>
              <a:t>5.Is there any specific format which you follow while creating documents.?</a:t>
            </a:r>
            <a:endParaRPr/>
          </a:p>
          <a:p>
            <a:pPr indent="0" lvl="0" marL="0" rtl="0" algn="l">
              <a:spcBef>
                <a:spcPts val="444"/>
              </a:spcBef>
              <a:spcAft>
                <a:spcPts val="0"/>
              </a:spcAft>
              <a:buSzPct val="85000"/>
              <a:buNone/>
            </a:pPr>
            <a:r>
              <a:rPr b="1" lang="en-US" sz="2400">
                <a:latin typeface="Calibri"/>
                <a:ea typeface="Calibri"/>
                <a:cs typeface="Calibri"/>
                <a:sym typeface="Calibri"/>
              </a:rPr>
              <a:t>Answer :-</a:t>
            </a:r>
            <a:r>
              <a:rPr lang="en-US" sz="2400">
                <a:latin typeface="Calibri"/>
                <a:ea typeface="Calibri"/>
                <a:cs typeface="Calibri"/>
                <a:sym typeface="Calibri"/>
              </a:rPr>
              <a:t>  Format, content and style changes as per the document. And most of our documents are in PDF format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22"/>
          <p:cNvSpPr txBox="1"/>
          <p:nvPr>
            <p:ph idx="1" type="body"/>
          </p:nvPr>
        </p:nvSpPr>
        <p:spPr>
          <a:xfrm>
            <a:off x="1400960" y="771786"/>
            <a:ext cx="9496339" cy="535469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b="1" lang="en-US" sz="2400">
                <a:latin typeface="Calibri"/>
                <a:ea typeface="Calibri"/>
                <a:cs typeface="Calibri"/>
                <a:sym typeface="Calibri"/>
              </a:rPr>
              <a:t>6.How many documents do you create?</a:t>
            </a:r>
            <a:endParaRPr/>
          </a:p>
          <a:p>
            <a:pPr indent="0" lvl="0" marL="0" rtl="0" algn="l">
              <a:spcBef>
                <a:spcPts val="480"/>
              </a:spcBef>
              <a:spcAft>
                <a:spcPts val="0"/>
              </a:spcAft>
              <a:buSzPts val="2040"/>
              <a:buNone/>
            </a:pPr>
            <a:r>
              <a:rPr b="1" lang="en-US" sz="2400">
                <a:latin typeface="Calibri"/>
                <a:ea typeface="Calibri"/>
                <a:cs typeface="Calibri"/>
                <a:sym typeface="Calibri"/>
              </a:rPr>
              <a:t>Answer :- </a:t>
            </a:r>
            <a:r>
              <a:rPr lang="en-US" sz="2400">
                <a:latin typeface="Calibri"/>
                <a:ea typeface="Calibri"/>
                <a:cs typeface="Calibri"/>
                <a:sym typeface="Calibri"/>
              </a:rPr>
              <a:t>As per our requirements.</a:t>
            </a:r>
            <a:endParaRPr/>
          </a:p>
          <a:p>
            <a:pPr indent="0" lvl="0" marL="0" rtl="0" algn="l">
              <a:spcBef>
                <a:spcPts val="480"/>
              </a:spcBef>
              <a:spcAft>
                <a:spcPts val="0"/>
              </a:spcAft>
              <a:buSzPts val="2040"/>
              <a:buNone/>
            </a:pPr>
            <a:r>
              <a:t/>
            </a:r>
            <a:endParaRPr sz="2400">
              <a:latin typeface="Calibri"/>
              <a:ea typeface="Calibri"/>
              <a:cs typeface="Calibri"/>
              <a:sym typeface="Calibri"/>
            </a:endParaRPr>
          </a:p>
          <a:p>
            <a:pPr indent="0" lvl="0" marL="0" rtl="0" algn="l">
              <a:spcBef>
                <a:spcPts val="480"/>
              </a:spcBef>
              <a:spcAft>
                <a:spcPts val="0"/>
              </a:spcAft>
              <a:buSzPts val="2040"/>
              <a:buNone/>
            </a:pPr>
            <a:r>
              <a:rPr b="1" lang="en-US" sz="2400">
                <a:latin typeface="Calibri"/>
                <a:ea typeface="Calibri"/>
                <a:cs typeface="Calibri"/>
                <a:sym typeface="Calibri"/>
              </a:rPr>
              <a:t>7.And after creating document for a particular candidate are you maintaining any records of it? i.e. this document is created for this candidate and what was the document, etc.</a:t>
            </a:r>
            <a:endParaRPr/>
          </a:p>
          <a:p>
            <a:pPr indent="0" lvl="0" marL="0" rtl="0" algn="l">
              <a:spcBef>
                <a:spcPts val="480"/>
              </a:spcBef>
              <a:spcAft>
                <a:spcPts val="0"/>
              </a:spcAft>
              <a:buSzPts val="2040"/>
              <a:buNone/>
            </a:pPr>
            <a:r>
              <a:rPr b="1" lang="en-US" sz="2400">
                <a:latin typeface="Calibri"/>
                <a:ea typeface="Calibri"/>
                <a:cs typeface="Calibri"/>
                <a:sym typeface="Calibri"/>
              </a:rPr>
              <a:t>Answer :-</a:t>
            </a:r>
            <a:r>
              <a:rPr lang="en-US" sz="2400">
                <a:latin typeface="Calibri"/>
                <a:ea typeface="Calibri"/>
                <a:cs typeface="Calibri"/>
                <a:sym typeface="Calibri"/>
              </a:rPr>
              <a:t> No.</a:t>
            </a:r>
            <a:endParaRPr/>
          </a:p>
          <a:p>
            <a:pPr indent="0" lvl="0" marL="0" rtl="0" algn="l">
              <a:spcBef>
                <a:spcPts val="480"/>
              </a:spcBef>
              <a:spcAft>
                <a:spcPts val="0"/>
              </a:spcAft>
              <a:buSzPts val="2040"/>
              <a:buNone/>
            </a:pPr>
            <a:r>
              <a:t/>
            </a:r>
            <a:endParaRPr sz="2400">
              <a:latin typeface="Calibri"/>
              <a:ea typeface="Calibri"/>
              <a:cs typeface="Calibri"/>
              <a:sym typeface="Calibri"/>
            </a:endParaRPr>
          </a:p>
          <a:p>
            <a:pPr indent="0" lvl="0" marL="0" rtl="0" algn="l">
              <a:spcBef>
                <a:spcPts val="480"/>
              </a:spcBef>
              <a:spcAft>
                <a:spcPts val="0"/>
              </a:spcAft>
              <a:buSzPts val="2040"/>
              <a:buNone/>
            </a:pPr>
            <a:r>
              <a:rPr b="1" lang="en-US" sz="2400">
                <a:latin typeface="Calibri"/>
                <a:ea typeface="Calibri"/>
                <a:cs typeface="Calibri"/>
                <a:sym typeface="Calibri"/>
              </a:rPr>
              <a:t>8.What are your expectations? What do you want your web application should contain?.</a:t>
            </a:r>
            <a:endParaRPr/>
          </a:p>
          <a:p>
            <a:pPr indent="0" lvl="0" marL="0" rtl="0" algn="l">
              <a:spcBef>
                <a:spcPts val="480"/>
              </a:spcBef>
              <a:spcAft>
                <a:spcPts val="0"/>
              </a:spcAft>
              <a:buSzPts val="2040"/>
              <a:buNone/>
            </a:pPr>
            <a:r>
              <a:rPr b="1" lang="en-US" sz="2400">
                <a:latin typeface="Calibri"/>
                <a:ea typeface="Calibri"/>
                <a:cs typeface="Calibri"/>
                <a:sym typeface="Calibri"/>
              </a:rPr>
              <a:t>Answer :- </a:t>
            </a:r>
            <a:r>
              <a:rPr lang="en-US" sz="2400">
                <a:latin typeface="Calibri"/>
                <a:ea typeface="Calibri"/>
                <a:cs typeface="Calibri"/>
                <a:sym typeface="Calibri"/>
              </a:rPr>
              <a:t> Web application must create our documents automatically and in PDF format, which will help us a lot. </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23"/>
          <p:cNvSpPr txBox="1"/>
          <p:nvPr>
            <p:ph idx="1" type="body"/>
          </p:nvPr>
        </p:nvSpPr>
        <p:spPr>
          <a:xfrm>
            <a:off x="1174459" y="922789"/>
            <a:ext cx="9748008" cy="4706488"/>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b="1" lang="en-US" sz="2400">
                <a:latin typeface="Calibri"/>
                <a:ea typeface="Calibri"/>
                <a:cs typeface="Calibri"/>
                <a:sym typeface="Calibri"/>
              </a:rPr>
              <a:t>Observation :-</a:t>
            </a:r>
            <a:endParaRPr/>
          </a:p>
          <a:p>
            <a:pPr indent="0" lvl="0" marL="0" rtl="0" algn="l">
              <a:spcBef>
                <a:spcPts val="480"/>
              </a:spcBef>
              <a:spcAft>
                <a:spcPts val="0"/>
              </a:spcAft>
              <a:buSzPts val="2040"/>
              <a:buNone/>
            </a:pPr>
            <a:r>
              <a:rPr lang="en-US" sz="2400">
                <a:latin typeface="Calibri"/>
                <a:ea typeface="Calibri"/>
                <a:cs typeface="Calibri"/>
                <a:sym typeface="Calibri"/>
              </a:rPr>
              <a:t>The whole system for the document creation of Webworx is being done </a:t>
            </a:r>
            <a:endParaRPr/>
          </a:p>
          <a:p>
            <a:pPr indent="0" lvl="0" marL="0" rtl="0" algn="l">
              <a:spcBef>
                <a:spcPts val="480"/>
              </a:spcBef>
              <a:spcAft>
                <a:spcPts val="0"/>
              </a:spcAft>
              <a:buSzPts val="2040"/>
              <a:buNone/>
            </a:pPr>
            <a:r>
              <a:rPr lang="en-US" sz="2400">
                <a:latin typeface="Calibri"/>
                <a:ea typeface="Calibri"/>
                <a:cs typeface="Calibri"/>
                <a:sym typeface="Calibri"/>
              </a:rPr>
              <a:t>manually, though we have one software but it is outdated, and hence employee details are not being maintain anywhere for documentation purpose.</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sp>
        <p:nvSpPr>
          <p:cNvPr id="253" name="Google Shape;253;p24"/>
          <p:cNvSpPr txBox="1"/>
          <p:nvPr>
            <p:ph type="title"/>
          </p:nvPr>
        </p:nvSpPr>
        <p:spPr>
          <a:xfrm>
            <a:off x="1459651" y="817583"/>
            <a:ext cx="9284575" cy="64210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Design Specification (Object Oriented Approach)</a:t>
            </a:r>
            <a:endParaRPr/>
          </a:p>
        </p:txBody>
      </p:sp>
      <p:sp>
        <p:nvSpPr>
          <p:cNvPr id="254" name="Google Shape;254;p24"/>
          <p:cNvSpPr txBox="1"/>
          <p:nvPr>
            <p:ph idx="1" type="body"/>
          </p:nvPr>
        </p:nvSpPr>
        <p:spPr>
          <a:xfrm>
            <a:off x="1185529" y="1735513"/>
            <a:ext cx="1154999" cy="437236"/>
          </a:xfrm>
          <a:prstGeom prst="rect">
            <a:avLst/>
          </a:prstGeom>
          <a:noFill/>
          <a:ln>
            <a:noFill/>
          </a:ln>
        </p:spPr>
        <p:txBody>
          <a:bodyPr anchorCtr="0" anchor="t" bIns="45700" lIns="91425" spcFirstLastPara="1" rIns="91425" wrap="square" tIns="45700">
            <a:normAutofit lnSpcReduction="10000"/>
          </a:bodyPr>
          <a:lstStyle/>
          <a:p>
            <a:pPr indent="-274320" lvl="0" marL="274320" rtl="0" algn="l">
              <a:spcBef>
                <a:spcPts val="0"/>
              </a:spcBef>
              <a:spcAft>
                <a:spcPts val="0"/>
              </a:spcAft>
              <a:buSzPts val="2040"/>
              <a:buChar char="O"/>
            </a:pPr>
            <a:r>
              <a:rPr lang="en-US" sz="2400"/>
              <a:t>ERD</a:t>
            </a:r>
            <a:endParaRPr sz="2400"/>
          </a:p>
          <a:p>
            <a:pPr indent="-144780" lvl="0" marL="274320" rtl="0" algn="l">
              <a:spcBef>
                <a:spcPts val="480"/>
              </a:spcBef>
              <a:spcAft>
                <a:spcPts val="0"/>
              </a:spcAft>
              <a:buSzPts val="2040"/>
              <a:buNone/>
            </a:pPr>
            <a:r>
              <a:t/>
            </a:r>
            <a:endParaRPr sz="2400"/>
          </a:p>
        </p:txBody>
      </p:sp>
      <p:pic>
        <p:nvPicPr>
          <p:cNvPr id="255" name="Google Shape;255;p24"/>
          <p:cNvPicPr preferRelativeResize="0"/>
          <p:nvPr>
            <p:ph idx="2" type="body"/>
          </p:nvPr>
        </p:nvPicPr>
        <p:blipFill rotWithShape="1">
          <a:blip r:embed="rId3">
            <a:alphaModFix/>
          </a:blip>
          <a:srcRect b="0" l="0" r="0" t="0"/>
          <a:stretch/>
        </p:blipFill>
        <p:spPr>
          <a:xfrm>
            <a:off x="2223082" y="1744309"/>
            <a:ext cx="8644136" cy="4270597"/>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p25"/>
          <p:cNvPicPr preferRelativeResize="0"/>
          <p:nvPr>
            <p:ph idx="1" type="body"/>
          </p:nvPr>
        </p:nvPicPr>
        <p:blipFill rotWithShape="1">
          <a:blip r:embed="rId3">
            <a:alphaModFix/>
          </a:blip>
          <a:srcRect b="0" l="0" r="0" t="0"/>
          <a:stretch/>
        </p:blipFill>
        <p:spPr>
          <a:xfrm>
            <a:off x="2709644" y="1476464"/>
            <a:ext cx="6233020" cy="4328718"/>
          </a:xfrm>
          <a:prstGeom prst="rect">
            <a:avLst/>
          </a:prstGeom>
          <a:noFill/>
          <a:ln>
            <a:noFill/>
          </a:ln>
        </p:spPr>
      </p:pic>
      <p:sp>
        <p:nvSpPr>
          <p:cNvPr id="261" name="Google Shape;261;p25"/>
          <p:cNvSpPr txBox="1"/>
          <p:nvPr/>
        </p:nvSpPr>
        <p:spPr>
          <a:xfrm>
            <a:off x="1350627" y="939567"/>
            <a:ext cx="20026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2400" u="none" cap="none" strike="noStrike">
                <a:solidFill>
                  <a:schemeClr val="dk1"/>
                </a:solidFill>
                <a:latin typeface="Calibri"/>
                <a:ea typeface="Calibri"/>
                <a:cs typeface="Calibri"/>
                <a:sym typeface="Calibri"/>
              </a:rPr>
              <a:t>Class Diagram:</a:t>
            </a:r>
            <a:endParaRPr sz="2400">
              <a:solidFill>
                <a:schemeClr val="dk1"/>
              </a:solidFill>
              <a:latin typeface="Libre Franklin"/>
              <a:ea typeface="Libre Franklin"/>
              <a:cs typeface="Libre Franklin"/>
              <a:sym typeface="Libre Franklin"/>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26"/>
          <p:cNvPicPr preferRelativeResize="0"/>
          <p:nvPr>
            <p:ph idx="1" type="body"/>
          </p:nvPr>
        </p:nvPicPr>
        <p:blipFill rotWithShape="1">
          <a:blip r:embed="rId3">
            <a:alphaModFix/>
          </a:blip>
          <a:srcRect b="0" l="0" r="0" t="0"/>
          <a:stretch/>
        </p:blipFill>
        <p:spPr>
          <a:xfrm>
            <a:off x="2860645" y="1599195"/>
            <a:ext cx="6342077" cy="4164042"/>
          </a:xfrm>
          <a:prstGeom prst="rect">
            <a:avLst/>
          </a:prstGeom>
          <a:noFill/>
          <a:ln>
            <a:noFill/>
          </a:ln>
        </p:spPr>
      </p:pic>
      <p:sp>
        <p:nvSpPr>
          <p:cNvPr id="267" name="Google Shape;267;p26"/>
          <p:cNvSpPr txBox="1"/>
          <p:nvPr/>
        </p:nvSpPr>
        <p:spPr>
          <a:xfrm>
            <a:off x="1199625" y="1014797"/>
            <a:ext cx="2206181"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2400">
                <a:solidFill>
                  <a:schemeClr val="dk1"/>
                </a:solidFill>
                <a:latin typeface="Calibri"/>
                <a:ea typeface="Calibri"/>
                <a:cs typeface="Calibri"/>
                <a:sym typeface="Calibri"/>
              </a:rPr>
              <a:t>Object Diagram:</a:t>
            </a:r>
            <a:endParaRPr sz="2400">
              <a:solidFill>
                <a:schemeClr val="dk1"/>
              </a:solidFill>
              <a:latin typeface="Libre Franklin"/>
              <a:ea typeface="Libre Franklin"/>
              <a:cs typeface="Libre Franklin"/>
              <a:sym typeface="Libre Franklin"/>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27"/>
          <p:cNvSpPr txBox="1"/>
          <p:nvPr>
            <p:ph type="title"/>
          </p:nvPr>
        </p:nvSpPr>
        <p:spPr>
          <a:xfrm>
            <a:off x="1241571" y="1006678"/>
            <a:ext cx="2726423" cy="335561"/>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lang="en-US" sz="2400">
                <a:latin typeface="Calibri"/>
                <a:ea typeface="Calibri"/>
                <a:cs typeface="Calibri"/>
                <a:sym typeface="Calibri"/>
              </a:rPr>
              <a:t>Use case Diagram:</a:t>
            </a:r>
            <a:endParaRPr/>
          </a:p>
        </p:txBody>
      </p:sp>
      <p:pic>
        <p:nvPicPr>
          <p:cNvPr id="273" name="Google Shape;273;p27"/>
          <p:cNvPicPr preferRelativeResize="0"/>
          <p:nvPr>
            <p:ph idx="1" type="body"/>
          </p:nvPr>
        </p:nvPicPr>
        <p:blipFill rotWithShape="1">
          <a:blip r:embed="rId3">
            <a:alphaModFix/>
          </a:blip>
          <a:srcRect b="0" l="0" r="0" t="0"/>
          <a:stretch/>
        </p:blipFill>
        <p:spPr>
          <a:xfrm>
            <a:off x="2869035" y="1593909"/>
            <a:ext cx="6560191" cy="4129030"/>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28"/>
          <p:cNvSpPr txBox="1"/>
          <p:nvPr>
            <p:ph type="title"/>
          </p:nvPr>
        </p:nvSpPr>
        <p:spPr>
          <a:xfrm>
            <a:off x="1342238" y="993753"/>
            <a:ext cx="2508309" cy="423987"/>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2400">
                <a:latin typeface="Calibri"/>
                <a:ea typeface="Calibri"/>
                <a:cs typeface="Calibri"/>
                <a:sym typeface="Calibri"/>
              </a:rPr>
              <a:t>Activity Diagram:</a:t>
            </a:r>
            <a:endParaRPr/>
          </a:p>
        </p:txBody>
      </p:sp>
      <p:pic>
        <p:nvPicPr>
          <p:cNvPr id="279" name="Google Shape;279;p28"/>
          <p:cNvPicPr preferRelativeResize="0"/>
          <p:nvPr>
            <p:ph idx="1" type="body"/>
          </p:nvPr>
        </p:nvPicPr>
        <p:blipFill rotWithShape="1">
          <a:blip r:embed="rId3">
            <a:alphaModFix/>
          </a:blip>
          <a:srcRect b="0" l="0" r="0" t="0"/>
          <a:stretch/>
        </p:blipFill>
        <p:spPr>
          <a:xfrm>
            <a:off x="2432807" y="1459683"/>
            <a:ext cx="7499758" cy="4437777"/>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29"/>
          <p:cNvSpPr txBox="1"/>
          <p:nvPr>
            <p:ph type="title"/>
          </p:nvPr>
        </p:nvSpPr>
        <p:spPr>
          <a:xfrm>
            <a:off x="1359018" y="817583"/>
            <a:ext cx="2919368" cy="5162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latin typeface="Calibri"/>
                <a:ea typeface="Calibri"/>
                <a:cs typeface="Calibri"/>
                <a:sym typeface="Calibri"/>
              </a:rPr>
              <a:t>Sequence Diagram:</a:t>
            </a:r>
            <a:endParaRPr/>
          </a:p>
        </p:txBody>
      </p:sp>
      <p:pic>
        <p:nvPicPr>
          <p:cNvPr id="285" name="Google Shape;285;p29"/>
          <p:cNvPicPr preferRelativeResize="0"/>
          <p:nvPr>
            <p:ph idx="1" type="body"/>
          </p:nvPr>
        </p:nvPicPr>
        <p:blipFill rotWithShape="1">
          <a:blip r:embed="rId3">
            <a:alphaModFix/>
          </a:blip>
          <a:srcRect b="0" l="0" r="0" t="0"/>
          <a:stretch/>
        </p:blipFill>
        <p:spPr>
          <a:xfrm>
            <a:off x="1652631" y="1434518"/>
            <a:ext cx="8749718" cy="4303552"/>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0"/>
          <p:cNvSpPr txBox="1"/>
          <p:nvPr>
            <p:ph type="title"/>
          </p:nvPr>
        </p:nvSpPr>
        <p:spPr>
          <a:xfrm>
            <a:off x="1459652" y="817584"/>
            <a:ext cx="3196238" cy="5666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latin typeface="Calibri"/>
                <a:ea typeface="Calibri"/>
                <a:cs typeface="Calibri"/>
                <a:sym typeface="Calibri"/>
              </a:rPr>
              <a:t>Collaboration Diagram:</a:t>
            </a:r>
            <a:endParaRPr/>
          </a:p>
        </p:txBody>
      </p:sp>
      <p:pic>
        <p:nvPicPr>
          <p:cNvPr id="291" name="Google Shape;291;p30"/>
          <p:cNvPicPr preferRelativeResize="0"/>
          <p:nvPr>
            <p:ph idx="1" type="body"/>
          </p:nvPr>
        </p:nvPicPr>
        <p:blipFill rotWithShape="1">
          <a:blip r:embed="rId3">
            <a:alphaModFix/>
          </a:blip>
          <a:srcRect b="0" l="0" r="0" t="0"/>
          <a:stretch/>
        </p:blipFill>
        <p:spPr>
          <a:xfrm>
            <a:off x="1996581" y="1619075"/>
            <a:ext cx="7717870" cy="4103863"/>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1"/>
          <p:cNvSpPr txBox="1"/>
          <p:nvPr>
            <p:ph type="title"/>
          </p:nvPr>
        </p:nvSpPr>
        <p:spPr>
          <a:xfrm>
            <a:off x="1459652" y="817584"/>
            <a:ext cx="2869067" cy="50787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2400"/>
              <a:buFont typeface="Calibri"/>
              <a:buNone/>
            </a:pPr>
            <a:r>
              <a:rPr lang="en-US" sz="2400">
                <a:latin typeface="Calibri"/>
                <a:ea typeface="Calibri"/>
                <a:cs typeface="Calibri"/>
                <a:sym typeface="Calibri"/>
              </a:rPr>
              <a:t>Component Diagram:</a:t>
            </a:r>
            <a:endParaRPr/>
          </a:p>
        </p:txBody>
      </p:sp>
      <p:pic>
        <p:nvPicPr>
          <p:cNvPr id="297" name="Google Shape;297;p31"/>
          <p:cNvPicPr preferRelativeResize="0"/>
          <p:nvPr>
            <p:ph idx="1" type="body"/>
          </p:nvPr>
        </p:nvPicPr>
        <p:blipFill rotWithShape="1">
          <a:blip r:embed="rId3">
            <a:alphaModFix/>
          </a:blip>
          <a:srcRect b="0" l="0" r="0" t="0"/>
          <a:stretch/>
        </p:blipFill>
        <p:spPr>
          <a:xfrm>
            <a:off x="2910980" y="1551963"/>
            <a:ext cx="6241410" cy="4170975"/>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2"/>
          <p:cNvSpPr txBox="1"/>
          <p:nvPr>
            <p:ph type="title"/>
          </p:nvPr>
        </p:nvSpPr>
        <p:spPr>
          <a:xfrm>
            <a:off x="1300294" y="817584"/>
            <a:ext cx="2969701" cy="625322"/>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2400"/>
              <a:buFont typeface="Calibri"/>
              <a:buNone/>
            </a:pPr>
            <a:r>
              <a:rPr lang="en-US" sz="2400">
                <a:latin typeface="Calibri"/>
                <a:ea typeface="Calibri"/>
                <a:cs typeface="Calibri"/>
                <a:sym typeface="Calibri"/>
              </a:rPr>
              <a:t>Deployment Diagram:</a:t>
            </a:r>
            <a:endParaRPr/>
          </a:p>
        </p:txBody>
      </p:sp>
      <p:pic>
        <p:nvPicPr>
          <p:cNvPr id="303" name="Google Shape;303;p32"/>
          <p:cNvPicPr preferRelativeResize="0"/>
          <p:nvPr>
            <p:ph idx="1" type="body"/>
          </p:nvPr>
        </p:nvPicPr>
        <p:blipFill rotWithShape="1">
          <a:blip r:embed="rId3">
            <a:alphaModFix/>
          </a:blip>
          <a:srcRect b="0" l="0" r="0" t="0"/>
          <a:stretch/>
        </p:blipFill>
        <p:spPr>
          <a:xfrm>
            <a:off x="3439486" y="1434517"/>
            <a:ext cx="4890782" cy="4288421"/>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3"/>
          <p:cNvSpPr txBox="1"/>
          <p:nvPr>
            <p:ph type="title"/>
          </p:nvPr>
        </p:nvSpPr>
        <p:spPr>
          <a:xfrm>
            <a:off x="2273417" y="671119"/>
            <a:ext cx="8526267" cy="430309"/>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Clr>
                <a:schemeClr val="dk1"/>
              </a:buClr>
              <a:buSzPts val="3200"/>
              <a:buFont typeface="Calibri"/>
              <a:buNone/>
            </a:pPr>
            <a:r>
              <a:rPr lang="en-US" sz="3200">
                <a:latin typeface="Calibri"/>
                <a:ea typeface="Calibri"/>
                <a:cs typeface="Calibri"/>
                <a:sym typeface="Calibri"/>
              </a:rPr>
              <a:t>Data Dictionary</a:t>
            </a:r>
            <a:endParaRPr/>
          </a:p>
        </p:txBody>
      </p:sp>
      <p:sp>
        <p:nvSpPr>
          <p:cNvPr id="309" name="Google Shape;309;p33"/>
          <p:cNvSpPr txBox="1"/>
          <p:nvPr/>
        </p:nvSpPr>
        <p:spPr>
          <a:xfrm>
            <a:off x="1519807" y="917278"/>
            <a:ext cx="4411210"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employee</a:t>
            </a:r>
            <a:endParaRPr sz="1800">
              <a:solidFill>
                <a:schemeClr val="dk1"/>
              </a:solidFill>
              <a:latin typeface="Libre Franklin"/>
              <a:ea typeface="Libre Franklin"/>
              <a:cs typeface="Libre Franklin"/>
              <a:sym typeface="Libre Franklin"/>
            </a:endParaRPr>
          </a:p>
        </p:txBody>
      </p:sp>
      <p:graphicFrame>
        <p:nvGraphicFramePr>
          <p:cNvPr id="310" name="Google Shape;310;p33"/>
          <p:cNvGraphicFramePr/>
          <p:nvPr/>
        </p:nvGraphicFramePr>
        <p:xfrm>
          <a:off x="1744910" y="1253688"/>
          <a:ext cx="3000000" cy="3000000"/>
        </p:xfrm>
        <a:graphic>
          <a:graphicData uri="http://schemas.openxmlformats.org/drawingml/2006/table">
            <a:tbl>
              <a:tblPr bandRow="1" firstRow="1">
                <a:noFill/>
                <a:tableStyleId>{5692D370-42DD-417D-B0AC-AE7A047628CA}</a:tableStyleId>
              </a:tblPr>
              <a:tblGrid>
                <a:gridCol w="2887700"/>
                <a:gridCol w="2176900"/>
                <a:gridCol w="758450"/>
                <a:gridCol w="1024775"/>
                <a:gridCol w="1507625"/>
              </a:tblGrid>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Field</a:t>
                      </a:r>
                      <a:endParaRPr b="1"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Type</a:t>
                      </a:r>
                      <a:endParaRPr b="1"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Null</a:t>
                      </a:r>
                      <a:endParaRPr b="1"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Key</a:t>
                      </a:r>
                      <a:endParaRPr b="1"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Default</a:t>
                      </a:r>
                      <a:endParaRPr b="1"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employee_id</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Varchar(25)</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Primary</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employee_code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Varchar(25)</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documentation_date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Date</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employee_fname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Varchar(30)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employee_mname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Varchar(30)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employee_lname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Varchar(30)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employee_birth_date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Date</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employee_contact</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Int</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employee_email</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Varchar(30)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employee_address</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text</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employee_class</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Varchar(40)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employee_joining_date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Date</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employee_position</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Varchar(40)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Training_period</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Varchar(30)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stipend</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Int</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contact_person_name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Varchar(40)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r h="274325">
                <a:tc>
                  <a:txBody>
                    <a:bodyPr/>
                    <a:lstStyle/>
                    <a:p>
                      <a:pPr indent="0" lvl="0" marL="0" marR="0" rtl="0" algn="l">
                        <a:spcBef>
                          <a:spcPts val="0"/>
                        </a:spcBef>
                        <a:spcAft>
                          <a:spcPts val="0"/>
                        </a:spcAft>
                        <a:buClr>
                          <a:schemeClr val="dk1"/>
                        </a:buClr>
                        <a:buSzPts val="1600"/>
                        <a:buFont typeface="Calibri"/>
                        <a:buNone/>
                      </a:pPr>
                      <a:r>
                        <a:rPr b="0" lang="en-US" sz="1600" u="none" cap="none" strike="noStrike">
                          <a:latin typeface="Calibri"/>
                          <a:ea typeface="Calibri"/>
                          <a:cs typeface="Calibri"/>
                          <a:sym typeface="Calibri"/>
                        </a:rPr>
                        <a:t>admin_hr_name</a:t>
                      </a:r>
                      <a:endParaRPr b="0" sz="16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Varchar(40)</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No</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Null</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34"/>
          <p:cNvSpPr txBox="1"/>
          <p:nvPr>
            <p:ph type="title"/>
          </p:nvPr>
        </p:nvSpPr>
        <p:spPr>
          <a:xfrm>
            <a:off x="1459651" y="817584"/>
            <a:ext cx="9284575" cy="340098"/>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b="1" lang="en-US" sz="3200">
                <a:latin typeface="Calibri"/>
                <a:ea typeface="Calibri"/>
                <a:cs typeface="Calibri"/>
                <a:sym typeface="Calibri"/>
              </a:rPr>
              <a:t>Implementation Strategies</a:t>
            </a:r>
            <a:endParaRPr/>
          </a:p>
        </p:txBody>
      </p:sp>
      <p:sp>
        <p:nvSpPr>
          <p:cNvPr id="316" name="Google Shape;316;p34"/>
          <p:cNvSpPr txBox="1"/>
          <p:nvPr>
            <p:ph idx="1" type="body"/>
          </p:nvPr>
        </p:nvSpPr>
        <p:spPr>
          <a:xfrm>
            <a:off x="1300294" y="1216404"/>
            <a:ext cx="9555060" cy="4689096"/>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b="1" lang="en-US" sz="2400">
                <a:latin typeface="Calibri"/>
                <a:ea typeface="Calibri"/>
                <a:cs typeface="Calibri"/>
                <a:sym typeface="Calibri"/>
              </a:rPr>
              <a:t>Package :-</a:t>
            </a:r>
            <a:endParaRPr/>
          </a:p>
          <a:p>
            <a:pPr indent="0" lvl="0" marL="0" rtl="0" algn="l">
              <a:spcBef>
                <a:spcPts val="480"/>
              </a:spcBef>
              <a:spcAft>
                <a:spcPts val="0"/>
              </a:spcAft>
              <a:buSzPts val="2040"/>
              <a:buNone/>
            </a:pPr>
            <a:r>
              <a:rPr b="1" lang="en-US" sz="2400">
                <a:latin typeface="Calibri"/>
                <a:ea typeface="Calibri"/>
                <a:cs typeface="Calibri"/>
                <a:sym typeface="Calibri"/>
              </a:rPr>
              <a:t>mPDF :-</a:t>
            </a:r>
            <a:endParaRPr sz="2400">
              <a:latin typeface="Calibri"/>
              <a:ea typeface="Calibri"/>
              <a:cs typeface="Calibri"/>
              <a:sym typeface="Calibri"/>
            </a:endParaRPr>
          </a:p>
          <a:p>
            <a:pPr indent="0" lvl="0" marL="0" rtl="0" algn="l">
              <a:spcBef>
                <a:spcPts val="480"/>
              </a:spcBef>
              <a:spcAft>
                <a:spcPts val="0"/>
              </a:spcAft>
              <a:buSzPts val="2040"/>
              <a:buNone/>
            </a:pPr>
            <a:r>
              <a:rPr lang="en-US" sz="2400">
                <a:latin typeface="Calibri"/>
                <a:ea typeface="Calibri"/>
                <a:cs typeface="Calibri"/>
                <a:sym typeface="Calibri"/>
              </a:rPr>
              <a:t>mPDF is a PHP library which generates PDF files from UTF-8 encoded HTML.</a:t>
            </a:r>
            <a:endParaRPr/>
          </a:p>
          <a:p>
            <a:pPr indent="0" lvl="0" marL="0" rtl="0" algn="l">
              <a:spcBef>
                <a:spcPts val="480"/>
              </a:spcBef>
              <a:spcAft>
                <a:spcPts val="0"/>
              </a:spcAft>
              <a:buSzPts val="2040"/>
              <a:buNone/>
            </a:pPr>
            <a:r>
              <a:rPr lang="en-US" sz="2400">
                <a:latin typeface="Calibri"/>
                <a:ea typeface="Calibri"/>
                <a:cs typeface="Calibri"/>
                <a:sym typeface="Calibri"/>
              </a:rPr>
              <a:t>It is based on FPDF and HTML2FPDF with a number of enhancements.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CSS stylesheets</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Word spacing and character spacing for justification</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Page headers &amp; footers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Columns</a:t>
            </a:r>
            <a:endParaRPr/>
          </a:p>
          <a:p>
            <a:pPr indent="0" lvl="0" marL="0" rtl="0" algn="l">
              <a:spcBef>
                <a:spcPts val="480"/>
              </a:spcBef>
              <a:spcAft>
                <a:spcPts val="0"/>
              </a:spcAft>
              <a:buSzPts val="2040"/>
              <a:buNone/>
            </a:pPr>
            <a:r>
              <a:t/>
            </a:r>
            <a:endParaRPr sz="2400">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35"/>
          <p:cNvSpPr txBox="1"/>
          <p:nvPr>
            <p:ph idx="1" type="body"/>
          </p:nvPr>
        </p:nvSpPr>
        <p:spPr>
          <a:xfrm>
            <a:off x="1317072" y="880844"/>
            <a:ext cx="9009776" cy="3583875"/>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a:latin typeface="Calibri"/>
                <a:ea typeface="Calibri"/>
                <a:cs typeface="Calibri"/>
                <a:sym typeface="Calibri"/>
              </a:rPr>
              <a:t>Tables - nested tables, rotated, or auto sized to fit on a page</a:t>
            </a:r>
            <a:endParaRPr/>
          </a:p>
          <a:p>
            <a:pPr indent="-274320" lvl="0" marL="274320" rtl="0" algn="l">
              <a:spcBef>
                <a:spcPts val="480"/>
              </a:spcBef>
              <a:spcAft>
                <a:spcPts val="0"/>
              </a:spcAft>
              <a:buSzPts val="2040"/>
              <a:buChar char="O"/>
            </a:pPr>
            <a:r>
              <a:rPr lang="en-US">
                <a:latin typeface="Calibri"/>
                <a:ea typeface="Calibri"/>
                <a:cs typeface="Calibri"/>
                <a:sym typeface="Calibri"/>
              </a:rPr>
              <a:t>Table of contents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Index</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Watermarks (with customizable text angle)</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Images in JPG, GIF, PNG, SVG, BMP or WMF format</a:t>
            </a:r>
            <a:endParaRPr sz="2400">
              <a:latin typeface="Calibri"/>
              <a:ea typeface="Calibri"/>
              <a:cs typeface="Calibri"/>
              <a:sym typeface="Calibri"/>
            </a:endParaRPr>
          </a:p>
          <a:p>
            <a:pPr indent="-274320" lvl="0" marL="274320" rtl="0" algn="l">
              <a:spcBef>
                <a:spcPts val="480"/>
              </a:spcBef>
              <a:spcAft>
                <a:spcPts val="0"/>
              </a:spcAft>
              <a:buSzPts val="2040"/>
              <a:buChar char="O"/>
            </a:pPr>
            <a:r>
              <a:rPr lang="en-US" sz="2400">
                <a:latin typeface="Calibri"/>
                <a:ea typeface="Calibri"/>
                <a:cs typeface="Calibri"/>
                <a:sym typeface="Calibri"/>
              </a:rPr>
              <a:t>Password protection</a:t>
            </a:r>
            <a:endParaRPr sz="2400">
              <a:latin typeface="Calibri"/>
              <a:ea typeface="Calibri"/>
              <a:cs typeface="Calibri"/>
              <a:sym typeface="Calibri"/>
            </a:endParaRPr>
          </a:p>
          <a:p>
            <a:pPr indent="-144780" lvl="0" marL="274320" rtl="0" algn="l">
              <a:spcBef>
                <a:spcPts val="480"/>
              </a:spcBef>
              <a:spcAft>
                <a:spcPts val="0"/>
              </a:spcAft>
              <a:buSzPts val="2040"/>
              <a:buNone/>
            </a:pPr>
            <a:r>
              <a:t/>
            </a:r>
            <a:endParaRPr sz="2400">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36"/>
          <p:cNvSpPr txBox="1"/>
          <p:nvPr>
            <p:ph type="title"/>
          </p:nvPr>
        </p:nvSpPr>
        <p:spPr>
          <a:xfrm>
            <a:off x="1459651" y="817583"/>
            <a:ext cx="9284575" cy="591767"/>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latin typeface="Calibri"/>
                <a:ea typeface="Calibri"/>
                <a:cs typeface="Calibri"/>
                <a:sym typeface="Calibri"/>
              </a:rPr>
              <a:t>Input Output Screens</a:t>
            </a:r>
            <a:endParaRPr/>
          </a:p>
        </p:txBody>
      </p:sp>
      <p:pic>
        <p:nvPicPr>
          <p:cNvPr descr="Screenshot (244)" id="327" name="Google Shape;327;p36"/>
          <p:cNvPicPr preferRelativeResize="0"/>
          <p:nvPr>
            <p:ph idx="1" type="body"/>
          </p:nvPr>
        </p:nvPicPr>
        <p:blipFill rotWithShape="1">
          <a:blip r:embed="rId3">
            <a:alphaModFix/>
          </a:blip>
          <a:srcRect b="0" l="0" r="0" t="0"/>
          <a:stretch/>
        </p:blipFill>
        <p:spPr>
          <a:xfrm>
            <a:off x="2315362" y="1711353"/>
            <a:ext cx="7164198" cy="3967993"/>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pic>
        <p:nvPicPr>
          <p:cNvPr descr="Screenshot (245)" id="332" name="Google Shape;332;p37"/>
          <p:cNvPicPr preferRelativeResize="0"/>
          <p:nvPr>
            <p:ph idx="1" type="body"/>
          </p:nvPr>
        </p:nvPicPr>
        <p:blipFill rotWithShape="1">
          <a:blip r:embed="rId3">
            <a:alphaModFix/>
          </a:blip>
          <a:srcRect b="0" l="0" r="0" t="0"/>
          <a:stretch/>
        </p:blipFill>
        <p:spPr>
          <a:xfrm>
            <a:off x="2088859" y="1333851"/>
            <a:ext cx="7667537" cy="438908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pic>
        <p:nvPicPr>
          <p:cNvPr descr="Screenshot (247)" id="337" name="Google Shape;337;p38"/>
          <p:cNvPicPr preferRelativeResize="0"/>
          <p:nvPr>
            <p:ph idx="1" type="body"/>
          </p:nvPr>
        </p:nvPicPr>
        <p:blipFill rotWithShape="1">
          <a:blip r:embed="rId3">
            <a:alphaModFix/>
          </a:blip>
          <a:srcRect b="0" l="0" r="0" t="0"/>
          <a:stretch/>
        </p:blipFill>
        <p:spPr>
          <a:xfrm>
            <a:off x="2088858" y="1233183"/>
            <a:ext cx="7835317" cy="4489756"/>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1" name="Shape 341"/>
        <p:cNvGrpSpPr/>
        <p:nvPr/>
      </p:nvGrpSpPr>
      <p:grpSpPr>
        <a:xfrm>
          <a:off x="0" y="0"/>
          <a:ext cx="0" cy="0"/>
          <a:chOff x="0" y="0"/>
          <a:chExt cx="0" cy="0"/>
        </a:xfrm>
      </p:grpSpPr>
      <p:pic>
        <p:nvPicPr>
          <p:cNvPr descr="Screenshot (261)" id="342" name="Google Shape;342;p39"/>
          <p:cNvPicPr preferRelativeResize="0"/>
          <p:nvPr>
            <p:ph idx="1" type="body"/>
          </p:nvPr>
        </p:nvPicPr>
        <p:blipFill rotWithShape="1">
          <a:blip r:embed="rId3">
            <a:alphaModFix/>
          </a:blip>
          <a:srcRect b="0" l="0" r="0" t="0"/>
          <a:stretch/>
        </p:blipFill>
        <p:spPr>
          <a:xfrm>
            <a:off x="1996580" y="1258349"/>
            <a:ext cx="7969541" cy="428842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Screenshot (262)" id="347" name="Google Shape;347;p40"/>
          <p:cNvPicPr preferRelativeResize="0"/>
          <p:nvPr>
            <p:ph idx="1" type="body"/>
          </p:nvPr>
        </p:nvPicPr>
        <p:blipFill rotWithShape="1">
          <a:blip r:embed="rId3">
            <a:alphaModFix/>
          </a:blip>
          <a:srcRect b="0" l="0" r="0" t="0"/>
          <a:stretch/>
        </p:blipFill>
        <p:spPr>
          <a:xfrm>
            <a:off x="1845578" y="1224793"/>
            <a:ext cx="7986319" cy="428003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1" name="Shape 351"/>
        <p:cNvGrpSpPr/>
        <p:nvPr/>
      </p:nvGrpSpPr>
      <p:grpSpPr>
        <a:xfrm>
          <a:off x="0" y="0"/>
          <a:ext cx="0" cy="0"/>
          <a:chOff x="0" y="0"/>
          <a:chExt cx="0" cy="0"/>
        </a:xfrm>
      </p:grpSpPr>
      <p:pic>
        <p:nvPicPr>
          <p:cNvPr descr="Screenshot (248)" id="352" name="Google Shape;352;p41"/>
          <p:cNvPicPr preferRelativeResize="0"/>
          <p:nvPr>
            <p:ph idx="1" type="body"/>
          </p:nvPr>
        </p:nvPicPr>
        <p:blipFill rotWithShape="1">
          <a:blip r:embed="rId3">
            <a:alphaModFix/>
          </a:blip>
          <a:srcRect b="0" l="0" r="0" t="0"/>
          <a:stretch/>
        </p:blipFill>
        <p:spPr>
          <a:xfrm>
            <a:off x="1795244" y="1325461"/>
            <a:ext cx="8229600" cy="4397477"/>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descr="Screenshot (249)" id="357" name="Google Shape;357;p42"/>
          <p:cNvPicPr preferRelativeResize="0"/>
          <p:nvPr>
            <p:ph idx="1" type="body"/>
          </p:nvPr>
        </p:nvPicPr>
        <p:blipFill rotWithShape="1">
          <a:blip r:embed="rId3">
            <a:alphaModFix/>
          </a:blip>
          <a:srcRect b="0" l="0" r="0" t="0"/>
          <a:stretch/>
        </p:blipFill>
        <p:spPr>
          <a:xfrm>
            <a:off x="1853966" y="1275127"/>
            <a:ext cx="8263157" cy="4447812"/>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pic>
        <p:nvPicPr>
          <p:cNvPr descr="Screenshot (246)" id="362" name="Google Shape;362;p43"/>
          <p:cNvPicPr preferRelativeResize="0"/>
          <p:nvPr>
            <p:ph idx="1" type="body"/>
          </p:nvPr>
        </p:nvPicPr>
        <p:blipFill rotWithShape="1">
          <a:blip r:embed="rId3">
            <a:alphaModFix/>
          </a:blip>
          <a:srcRect b="0" l="0" r="0" t="0"/>
          <a:stretch/>
        </p:blipFill>
        <p:spPr>
          <a:xfrm>
            <a:off x="1736521" y="1199627"/>
            <a:ext cx="8447714" cy="4523312"/>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6" name="Shape 366"/>
        <p:cNvGrpSpPr/>
        <p:nvPr/>
      </p:nvGrpSpPr>
      <p:grpSpPr>
        <a:xfrm>
          <a:off x="0" y="0"/>
          <a:ext cx="0" cy="0"/>
          <a:chOff x="0" y="0"/>
          <a:chExt cx="0" cy="0"/>
        </a:xfrm>
      </p:grpSpPr>
      <p:pic>
        <p:nvPicPr>
          <p:cNvPr descr="Screenshot (254)" id="367" name="Google Shape;367;p44"/>
          <p:cNvPicPr preferRelativeResize="0"/>
          <p:nvPr>
            <p:ph idx="1" type="body"/>
          </p:nvPr>
        </p:nvPicPr>
        <p:blipFill rotWithShape="1">
          <a:blip r:embed="rId3">
            <a:alphaModFix/>
          </a:blip>
          <a:srcRect b="0" l="0" r="0" t="0"/>
          <a:stretch/>
        </p:blipFill>
        <p:spPr>
          <a:xfrm>
            <a:off x="1879133" y="1266739"/>
            <a:ext cx="8070209" cy="445620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pic>
        <p:nvPicPr>
          <p:cNvPr descr="Screenshot (252)" id="372" name="Google Shape;372;p45"/>
          <p:cNvPicPr preferRelativeResize="0"/>
          <p:nvPr>
            <p:ph idx="1" type="body"/>
          </p:nvPr>
        </p:nvPicPr>
        <p:blipFill rotWithShape="1">
          <a:blip r:embed="rId3">
            <a:alphaModFix/>
          </a:blip>
          <a:srcRect b="0" l="0" r="0" t="0"/>
          <a:stretch/>
        </p:blipFill>
        <p:spPr>
          <a:xfrm>
            <a:off x="1795244" y="1216404"/>
            <a:ext cx="8212822" cy="450653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6" name="Shape 376"/>
        <p:cNvGrpSpPr/>
        <p:nvPr/>
      </p:nvGrpSpPr>
      <p:grpSpPr>
        <a:xfrm>
          <a:off x="0" y="0"/>
          <a:ext cx="0" cy="0"/>
          <a:chOff x="0" y="0"/>
          <a:chExt cx="0" cy="0"/>
        </a:xfrm>
      </p:grpSpPr>
      <p:pic>
        <p:nvPicPr>
          <p:cNvPr descr="Screenshot (253)" id="377" name="Google Shape;377;p46"/>
          <p:cNvPicPr preferRelativeResize="0"/>
          <p:nvPr>
            <p:ph idx="1" type="body"/>
          </p:nvPr>
        </p:nvPicPr>
        <p:blipFill rotWithShape="1">
          <a:blip r:embed="rId3">
            <a:alphaModFix/>
          </a:blip>
          <a:srcRect b="0" l="0" r="0" t="0"/>
          <a:stretch/>
        </p:blipFill>
        <p:spPr>
          <a:xfrm>
            <a:off x="1770076" y="1300295"/>
            <a:ext cx="8414159" cy="4422644"/>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pic>
        <p:nvPicPr>
          <p:cNvPr descr="Screenshot (251)" id="382" name="Google Shape;382;p47"/>
          <p:cNvPicPr preferRelativeResize="0"/>
          <p:nvPr>
            <p:ph idx="1" type="body"/>
          </p:nvPr>
        </p:nvPicPr>
        <p:blipFill rotWithShape="1">
          <a:blip r:embed="rId3">
            <a:alphaModFix/>
          </a:blip>
          <a:srcRect b="0" l="0" r="0" t="0"/>
          <a:stretch/>
        </p:blipFill>
        <p:spPr>
          <a:xfrm>
            <a:off x="1744910" y="1266739"/>
            <a:ext cx="8372213" cy="4456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pic>
        <p:nvPicPr>
          <p:cNvPr descr="Screenshot (263)" id="387" name="Google Shape;387;p48"/>
          <p:cNvPicPr preferRelativeResize="0"/>
          <p:nvPr>
            <p:ph idx="1" type="body"/>
          </p:nvPr>
        </p:nvPicPr>
        <p:blipFill rotWithShape="1">
          <a:blip r:embed="rId3">
            <a:alphaModFix/>
          </a:blip>
          <a:srcRect b="0" l="0" r="0" t="0"/>
          <a:stretch/>
        </p:blipFill>
        <p:spPr>
          <a:xfrm>
            <a:off x="1719742" y="1241572"/>
            <a:ext cx="8288323" cy="4446164"/>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1" name="Shape 391"/>
        <p:cNvGrpSpPr/>
        <p:nvPr/>
      </p:nvGrpSpPr>
      <p:grpSpPr>
        <a:xfrm>
          <a:off x="0" y="0"/>
          <a:ext cx="0" cy="0"/>
          <a:chOff x="0" y="0"/>
          <a:chExt cx="0" cy="0"/>
        </a:xfrm>
      </p:grpSpPr>
      <p:pic>
        <p:nvPicPr>
          <p:cNvPr descr="Screenshot (265)" id="392" name="Google Shape;392;p49"/>
          <p:cNvPicPr preferRelativeResize="0"/>
          <p:nvPr>
            <p:ph idx="1" type="body"/>
          </p:nvPr>
        </p:nvPicPr>
        <p:blipFill rotWithShape="1">
          <a:blip r:embed="rId3">
            <a:alphaModFix/>
          </a:blip>
          <a:srcRect b="0" l="0" r="0" t="0"/>
          <a:stretch/>
        </p:blipFill>
        <p:spPr>
          <a:xfrm>
            <a:off x="1820410" y="1241571"/>
            <a:ext cx="8229601" cy="4481367"/>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pic>
        <p:nvPicPr>
          <p:cNvPr descr="Screenshot (247)" id="397" name="Google Shape;397;p50"/>
          <p:cNvPicPr preferRelativeResize="0"/>
          <p:nvPr>
            <p:ph idx="1" type="body"/>
          </p:nvPr>
        </p:nvPicPr>
        <p:blipFill rotWithShape="1">
          <a:blip r:embed="rId3">
            <a:alphaModFix/>
          </a:blip>
          <a:srcRect b="0" l="0" r="0" t="0"/>
          <a:stretch/>
        </p:blipFill>
        <p:spPr>
          <a:xfrm>
            <a:off x="1795244" y="1266739"/>
            <a:ext cx="8347046" cy="4456200"/>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pic>
        <p:nvPicPr>
          <p:cNvPr descr="Screenshot (257)" id="402" name="Google Shape;402;p51"/>
          <p:cNvPicPr preferRelativeResize="0"/>
          <p:nvPr>
            <p:ph idx="1" type="body"/>
          </p:nvPr>
        </p:nvPicPr>
        <p:blipFill rotWithShape="1">
          <a:blip r:embed="rId3">
            <a:alphaModFix/>
          </a:blip>
          <a:srcRect b="0" l="0" r="0" t="0"/>
          <a:stretch/>
        </p:blipFill>
        <p:spPr>
          <a:xfrm>
            <a:off x="1728132" y="1182848"/>
            <a:ext cx="8414158" cy="4454554"/>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6" name="Shape 406"/>
        <p:cNvGrpSpPr/>
        <p:nvPr/>
      </p:nvGrpSpPr>
      <p:grpSpPr>
        <a:xfrm>
          <a:off x="0" y="0"/>
          <a:ext cx="0" cy="0"/>
          <a:chOff x="0" y="0"/>
          <a:chExt cx="0" cy="0"/>
        </a:xfrm>
      </p:grpSpPr>
      <p:pic>
        <p:nvPicPr>
          <p:cNvPr descr="Screenshot (259)" id="407" name="Google Shape;407;p52"/>
          <p:cNvPicPr preferRelativeResize="0"/>
          <p:nvPr>
            <p:ph idx="1" type="body"/>
          </p:nvPr>
        </p:nvPicPr>
        <p:blipFill rotWithShape="1">
          <a:blip r:embed="rId3">
            <a:alphaModFix/>
          </a:blip>
          <a:srcRect b="0" l="0" r="0" t="0"/>
          <a:stretch/>
        </p:blipFill>
        <p:spPr>
          <a:xfrm>
            <a:off x="1761688" y="1182849"/>
            <a:ext cx="8422547" cy="454009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descr="Screenshot (266)" id="412" name="Google Shape;412;p53"/>
          <p:cNvPicPr preferRelativeResize="0"/>
          <p:nvPr>
            <p:ph idx="1" type="body"/>
          </p:nvPr>
        </p:nvPicPr>
        <p:blipFill rotWithShape="1">
          <a:blip r:embed="rId3">
            <a:alphaModFix/>
          </a:blip>
          <a:srcRect b="0" l="0" r="0" t="0"/>
          <a:stretch/>
        </p:blipFill>
        <p:spPr>
          <a:xfrm>
            <a:off x="1837188" y="1241571"/>
            <a:ext cx="8288323" cy="448136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pic>
        <p:nvPicPr>
          <p:cNvPr descr="Screenshot (267)" id="417" name="Google Shape;417;p54"/>
          <p:cNvPicPr preferRelativeResize="0"/>
          <p:nvPr>
            <p:ph idx="1" type="body"/>
          </p:nvPr>
        </p:nvPicPr>
        <p:blipFill rotWithShape="1">
          <a:blip r:embed="rId3">
            <a:alphaModFix/>
          </a:blip>
          <a:srcRect b="0" l="0" r="0" t="0"/>
          <a:stretch/>
        </p:blipFill>
        <p:spPr>
          <a:xfrm>
            <a:off x="1812023" y="1216404"/>
            <a:ext cx="8573548" cy="4447812"/>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55"/>
          <p:cNvSpPr txBox="1"/>
          <p:nvPr>
            <p:ph type="title"/>
          </p:nvPr>
        </p:nvSpPr>
        <p:spPr>
          <a:xfrm>
            <a:off x="1309639" y="671119"/>
            <a:ext cx="9461826" cy="33556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US" sz="3200">
                <a:latin typeface="Calibri"/>
                <a:ea typeface="Calibri"/>
                <a:cs typeface="Calibri"/>
                <a:sym typeface="Calibri"/>
              </a:rPr>
              <a:t>Testing Strategies</a:t>
            </a:r>
            <a:endParaRPr/>
          </a:p>
        </p:txBody>
      </p:sp>
      <p:sp>
        <p:nvSpPr>
          <p:cNvPr id="423" name="Google Shape;423;p55"/>
          <p:cNvSpPr txBox="1"/>
          <p:nvPr/>
        </p:nvSpPr>
        <p:spPr>
          <a:xfrm>
            <a:off x="3554730" y="-5121910"/>
            <a:ext cx="5079999" cy="368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800">
                <a:solidFill>
                  <a:schemeClr val="dk1"/>
                </a:solidFill>
                <a:latin typeface="Calibri"/>
                <a:ea typeface="Calibri"/>
                <a:cs typeface="Calibri"/>
                <a:sym typeface="Calibri"/>
              </a:rPr>
              <a:t>Employee </a:t>
            </a:r>
            <a:endParaRPr sz="1800">
              <a:solidFill>
                <a:schemeClr val="dk1"/>
              </a:solidFill>
              <a:latin typeface="Libre Franklin"/>
              <a:ea typeface="Libre Franklin"/>
              <a:cs typeface="Libre Franklin"/>
              <a:sym typeface="Libre Franklin"/>
            </a:endParaRPr>
          </a:p>
        </p:txBody>
      </p:sp>
      <p:graphicFrame>
        <p:nvGraphicFramePr>
          <p:cNvPr id="424" name="Google Shape;424;p55"/>
          <p:cNvGraphicFramePr/>
          <p:nvPr/>
        </p:nvGraphicFramePr>
        <p:xfrm>
          <a:off x="1317072" y="1135870"/>
          <a:ext cx="3000000" cy="3000000"/>
        </p:xfrm>
        <a:graphic>
          <a:graphicData uri="http://schemas.openxmlformats.org/drawingml/2006/table">
            <a:tbl>
              <a:tblPr bandRow="1" firstRow="1">
                <a:noFill/>
                <a:tableStyleId>{5692D370-42DD-417D-B0AC-AE7A047628CA}</a:tableStyleId>
              </a:tblPr>
              <a:tblGrid>
                <a:gridCol w="1275125"/>
                <a:gridCol w="964725"/>
                <a:gridCol w="2063700"/>
                <a:gridCol w="1451300"/>
                <a:gridCol w="1954625"/>
                <a:gridCol w="1434525"/>
                <a:gridCol w="604000"/>
              </a:tblGrid>
              <a:tr h="228600">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Test Case</a:t>
                      </a:r>
                      <a:endParaRPr b="1"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Test case name</a:t>
                      </a:r>
                      <a:endParaRPr b="1"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Prerequisites (pattern)</a:t>
                      </a:r>
                      <a:endParaRPr b="1"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Input</a:t>
                      </a:r>
                      <a:endParaRPr b="1"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Expected result</a:t>
                      </a:r>
                      <a:endParaRPr b="1"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Actual result </a:t>
                      </a:r>
                      <a:endParaRPr b="1"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1" lang="en-US" sz="1800" u="none" cap="none" strike="noStrike">
                          <a:latin typeface="Calibri"/>
                          <a:ea typeface="Calibri"/>
                          <a:cs typeface="Calibri"/>
                          <a:sym typeface="Calibri"/>
                        </a:rPr>
                        <a:t>Status</a:t>
                      </a:r>
                      <a:endParaRPr b="1"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78525">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TC01</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EmployeeCode</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Contains alphanumeric value. Maximum size should be 16..</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eg. Abc12231232323235,As12@,etc</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Should not be accepted maximum length must be 16</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Max length of id should be 16 and it should be alphanumeric </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Fail</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97275">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EmployeeCode</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Contains alphanumeric value. Maximum size should be 16..</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eg. Abc1223</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Should be accepted  as it satisfies the pattern</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Accepted </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Pass</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24325">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Employee first name</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[a-zA-Z] {1,32}</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eg.  123abc, abc12, abc_12, etc</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Should not be accepted as it contains integer or special symbols</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Employee first name should contain letters only </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Fail </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74350">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 </a:t>
                      </a:r>
                      <a:endParaRPr b="0" sz="18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Employee first name</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[a-zA-Z] {1,32}</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eg.  Revati  etc.</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Should be accepted as it satisfies the pattern.</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Accepted.</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1800"/>
                        <a:buFont typeface="Calibri"/>
                        <a:buNone/>
                      </a:pPr>
                      <a:r>
                        <a:rPr b="0" lang="en-US" sz="1800" u="none" cap="none" strike="noStrike">
                          <a:latin typeface="Calibri"/>
                          <a:ea typeface="Calibri"/>
                          <a:cs typeface="Calibri"/>
                          <a:sym typeface="Calibri"/>
                        </a:rPr>
                        <a:t>Pass</a:t>
                      </a:r>
                      <a:endParaRPr b="0" sz="18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graphicFrame>
        <p:nvGraphicFramePr>
          <p:cNvPr id="429" name="Google Shape;429;p56"/>
          <p:cNvGraphicFramePr/>
          <p:nvPr/>
        </p:nvGraphicFramePr>
        <p:xfrm>
          <a:off x="1171877" y="998289"/>
          <a:ext cx="3000000" cy="3000000"/>
        </p:xfrm>
        <a:graphic>
          <a:graphicData uri="http://schemas.openxmlformats.org/drawingml/2006/table">
            <a:tbl>
              <a:tblPr bandRow="1" firstRow="1">
                <a:noFill/>
                <a:tableStyleId>{5692D370-42DD-417D-B0AC-AE7A047628CA}</a:tableStyleId>
              </a:tblPr>
              <a:tblGrid>
                <a:gridCol w="38100"/>
                <a:gridCol w="1818000"/>
                <a:gridCol w="1663700"/>
                <a:gridCol w="1323225"/>
                <a:gridCol w="2155975"/>
                <a:gridCol w="1946250"/>
                <a:gridCol w="721450"/>
              </a:tblGrid>
              <a:tr h="1223500">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middle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contains integer or special symbols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middle name should contain letters only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583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middle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sanjay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5240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last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contains integer or special symbols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last name should contain letters only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43025">
                <a:tc>
                  <a:txBody>
                    <a:bodyPr/>
                    <a:lstStyle/>
                    <a:p>
                      <a:pPr indent="0" lvl="0" marL="0" marR="0" rtl="0" algn="l">
                        <a:spcBef>
                          <a:spcPts val="0"/>
                        </a:spcBef>
                        <a:spcAft>
                          <a:spcPts val="0"/>
                        </a:spcAft>
                        <a:buClr>
                          <a:schemeClr val="dk1"/>
                        </a:buClr>
                        <a:buSzPts val="2400"/>
                        <a:buFont typeface="Calibri"/>
                        <a:buNone/>
                      </a:pPr>
                      <a:r>
                        <a:rPr b="0" lang="en-US" sz="2400" u="none" cap="none" strike="noStrike">
                          <a:latin typeface="Calibri"/>
                          <a:ea typeface="Calibri"/>
                          <a:cs typeface="Calibri"/>
                          <a:sym typeface="Calibri"/>
                        </a:rPr>
                        <a:t> </a:t>
                      </a:r>
                      <a:endParaRPr b="0" sz="24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last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pawar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3" name="Shape 433"/>
        <p:cNvGrpSpPr/>
        <p:nvPr/>
      </p:nvGrpSpPr>
      <p:grpSpPr>
        <a:xfrm>
          <a:off x="0" y="0"/>
          <a:ext cx="0" cy="0"/>
          <a:chOff x="0" y="0"/>
          <a:chExt cx="0" cy="0"/>
        </a:xfrm>
      </p:grpSpPr>
      <p:graphicFrame>
        <p:nvGraphicFramePr>
          <p:cNvPr id="434" name="Google Shape;434;p57"/>
          <p:cNvGraphicFramePr/>
          <p:nvPr/>
        </p:nvGraphicFramePr>
        <p:xfrm>
          <a:off x="1155981" y="780176"/>
          <a:ext cx="3000000" cy="3000000"/>
        </p:xfrm>
        <a:graphic>
          <a:graphicData uri="http://schemas.openxmlformats.org/drawingml/2006/table">
            <a:tbl>
              <a:tblPr bandRow="1" firstRow="1">
                <a:noFill/>
                <a:tableStyleId>{5692D370-42DD-417D-B0AC-AE7A047628CA}</a:tableStyleId>
              </a:tblPr>
              <a:tblGrid>
                <a:gridCol w="38100"/>
                <a:gridCol w="1767225"/>
                <a:gridCol w="2164350"/>
                <a:gridCol w="1803625"/>
                <a:gridCol w="2407650"/>
                <a:gridCol w="1124125"/>
                <a:gridCol w="629175"/>
              </a:tblGrid>
              <a:tr h="1068200">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Contact Number</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[6-9] {1} [1-9] {9}</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4123678889, 12345, 34990033, etc.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beaccepted as it doesn’t begin with [6-9] &amp; doesn’t contains 10 digits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Please enter valid contact.</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1002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Contact Number</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[6-9] {1} [1-9] {9}</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eg,8796416049, etc.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matches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9144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Email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contain one ‘@’ and at least one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123abc.com lol@123, etc.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doesn’t follow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Enter valid email address.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713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EmployeeEmail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contain one ‘@’ &amp; at least one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eg.revati@gmail.com,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2092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Address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contains integer or special symbols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contain letters only.</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2540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EmployeeAddress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If one of either is selected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ctr">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graphicFrame>
        <p:nvGraphicFramePr>
          <p:cNvPr id="439" name="Google Shape;439;p58"/>
          <p:cNvGraphicFramePr/>
          <p:nvPr/>
        </p:nvGraphicFramePr>
        <p:xfrm>
          <a:off x="1375794" y="767082"/>
          <a:ext cx="3000000" cy="3000000"/>
        </p:xfrm>
        <a:graphic>
          <a:graphicData uri="http://schemas.openxmlformats.org/drawingml/2006/table">
            <a:tbl>
              <a:tblPr bandRow="1" firstRow="1">
                <a:noFill/>
                <a:tableStyleId>{5692D370-42DD-417D-B0AC-AE7A047628CA}</a:tableStyleId>
              </a:tblPr>
              <a:tblGrid>
                <a:gridCol w="1258350"/>
                <a:gridCol w="1233175"/>
                <a:gridCol w="1422850"/>
                <a:gridCol w="2545125"/>
                <a:gridCol w="2046925"/>
                <a:gridCol w="827675"/>
              </a:tblGrid>
              <a:tr h="10458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Class</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/[a-zA-Z0-9.]/</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doesn’t follow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Class should contain letters only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966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Class</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/[a-zA-Z0-9.]/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M.Sc. Part 1,etc.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725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position</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contains integer or special symbols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position should contain letters only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9722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Employee position</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Revati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10452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Training period</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[1-9]|1[0-2]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122,0000a,etc.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doesn’t satisfies the pattern.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Please enter valid Training period.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69722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Training period</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[1-9]|1[0-2]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1,2,10,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graphicFrame>
        <p:nvGraphicFramePr>
          <p:cNvPr id="444" name="Google Shape;444;p59"/>
          <p:cNvGraphicFramePr/>
          <p:nvPr/>
        </p:nvGraphicFramePr>
        <p:xfrm>
          <a:off x="1399950" y="772836"/>
          <a:ext cx="3000000" cy="3000000"/>
        </p:xfrm>
        <a:graphic>
          <a:graphicData uri="http://schemas.openxmlformats.org/drawingml/2006/table">
            <a:tbl>
              <a:tblPr bandRow="1" firstRow="1">
                <a:noFill/>
                <a:tableStyleId>{5692D370-42DD-417D-B0AC-AE7A047628CA}</a:tableStyleId>
              </a:tblPr>
              <a:tblGrid>
                <a:gridCol w="38100"/>
                <a:gridCol w="1523275"/>
                <a:gridCol w="1468075"/>
                <a:gridCol w="1400950"/>
                <a:gridCol w="2466375"/>
                <a:gridCol w="1955150"/>
                <a:gridCol w="561975"/>
              </a:tblGrid>
              <a:tr h="1618025">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Stipend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^[0-9]*$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A1000,%43er.,4000/,etc.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doesn’t begin with [0-9] and doesn’t contains alphabets and other characters.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Please enter valid stipend.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905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Stipend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^[0-9]*$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10000,etc.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78740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Contact person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contains integer or special symbols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Contact person name should contain letters only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590550">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Contact person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RevatiSanjay Pawar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r h="812175">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Admin / HR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123abc, abc12, abc_12,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not be accepted as it contains integer or special symbols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Admin / HR name should contain letters only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Fail </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graphicFrame>
        <p:nvGraphicFramePr>
          <p:cNvPr id="449" name="Google Shape;449;p60"/>
          <p:cNvGraphicFramePr/>
          <p:nvPr/>
        </p:nvGraphicFramePr>
        <p:xfrm>
          <a:off x="1359016" y="1347318"/>
          <a:ext cx="3000000" cy="3000000"/>
        </p:xfrm>
        <a:graphic>
          <a:graphicData uri="http://schemas.openxmlformats.org/drawingml/2006/table">
            <a:tbl>
              <a:tblPr bandRow="1" firstRow="1">
                <a:noFill/>
                <a:tableStyleId>{5692D370-42DD-417D-B0AC-AE7A047628CA}</a:tableStyleId>
              </a:tblPr>
              <a:tblGrid>
                <a:gridCol w="213150"/>
                <a:gridCol w="1817375"/>
                <a:gridCol w="1664325"/>
                <a:gridCol w="1143625"/>
                <a:gridCol w="1776100"/>
                <a:gridCol w="2411725"/>
                <a:gridCol w="478400"/>
              </a:tblGrid>
              <a:tr h="1097275">
                <a:tc>
                  <a:txBody>
                    <a:bodyPr/>
                    <a:lstStyle/>
                    <a:p>
                      <a:pPr indent="0" lvl="0" marL="0" marR="0" rtl="0" algn="l">
                        <a:spcBef>
                          <a:spcPts val="0"/>
                        </a:spcBef>
                        <a:spcAft>
                          <a:spcPts val="0"/>
                        </a:spcAft>
                        <a:buClr>
                          <a:schemeClr val="dk1"/>
                        </a:buClr>
                        <a:buSzPts val="2000"/>
                        <a:buFont typeface="Libre Franklin"/>
                        <a:buNone/>
                      </a:pPr>
                      <a:r>
                        <a:t/>
                      </a:r>
                      <a:endParaRPr b="0" sz="2000" u="none" cap="none" strike="noStrike">
                        <a:latin typeface="Calibri"/>
                        <a:ea typeface="Calibri"/>
                        <a:cs typeface="Calibri"/>
                        <a:sym typeface="Calibri"/>
                      </a:endParaRPr>
                    </a:p>
                  </a:txBody>
                  <a:tcPr marT="0" marB="0" marR="6350" marL="6350">
                    <a:lnL cap="flat" cmpd="sng" w="12700">
                      <a:solidFill>
                        <a:srgbClr val="000000"/>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Admin / HR name</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[a-zA-Z] {1,32}</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eg.  RevatiSanjay Pawar  etc.</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Should be accepted as it satisfies the pattern.</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Accepted.</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836967"/>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c>
                  <a:txBody>
                    <a:bodyPr/>
                    <a:lstStyle/>
                    <a:p>
                      <a:pPr indent="0" lvl="0" marL="0" marR="0" rtl="0" algn="l">
                        <a:spcBef>
                          <a:spcPts val="0"/>
                        </a:spcBef>
                        <a:spcAft>
                          <a:spcPts val="0"/>
                        </a:spcAft>
                        <a:buClr>
                          <a:schemeClr val="dk1"/>
                        </a:buClr>
                        <a:buSzPts val="2000"/>
                        <a:buFont typeface="Calibri"/>
                        <a:buNone/>
                      </a:pPr>
                      <a:r>
                        <a:rPr b="0" lang="en-US" sz="2000" u="none" cap="none" strike="noStrike">
                          <a:latin typeface="Calibri"/>
                          <a:ea typeface="Calibri"/>
                          <a:cs typeface="Calibri"/>
                          <a:sym typeface="Calibri"/>
                        </a:rPr>
                        <a:t>Pass</a:t>
                      </a:r>
                      <a:endParaRPr b="0" sz="2000" u="none" cap="none" strike="noStrike">
                        <a:latin typeface="Calibri"/>
                        <a:ea typeface="Calibri"/>
                        <a:cs typeface="Calibri"/>
                        <a:sym typeface="Calibri"/>
                      </a:endParaRPr>
                    </a:p>
                  </a:txBody>
                  <a:tcPr marT="0" marB="0" marR="6350" marL="6350">
                    <a:lnL cap="flat" cmpd="sng" w="12700">
                      <a:solidFill>
                        <a:srgbClr val="836967"/>
                      </a:solidFill>
                      <a:prstDash val="solid"/>
                      <a:round/>
                      <a:headEnd len="sm" w="sm" type="none"/>
                      <a:tailEnd len="sm" w="sm" type="none"/>
                    </a:lnL>
                    <a:lnR cap="flat" cmpd="sng" w="12700">
                      <a:solidFill>
                        <a:srgbClr val="000000"/>
                      </a:solidFill>
                      <a:prstDash val="solid"/>
                      <a:round/>
                      <a:headEnd len="sm" w="sm" type="none"/>
                      <a:tailEnd len="sm" w="sm" type="none"/>
                    </a:lnR>
                    <a:lnT cap="flat" cmpd="sng" w="12700">
                      <a:solidFill>
                        <a:srgbClr val="000000"/>
                      </a:solidFill>
                      <a:prstDash val="solid"/>
                      <a:round/>
                      <a:headEnd len="sm" w="sm" type="none"/>
                      <a:tailEnd len="sm" w="sm" type="none"/>
                    </a:lnT>
                    <a:lnB cap="flat" cmpd="sng" w="12700">
                      <a:solidFill>
                        <a:srgbClr val="000000"/>
                      </a:solidFill>
                      <a:prstDash val="solid"/>
                      <a:round/>
                      <a:headEnd len="sm" w="sm" type="none"/>
                      <a:tailEnd len="sm" w="sm" type="none"/>
                    </a:lnB>
                  </a:tcPr>
                </a:tc>
              </a:tr>
            </a:tbl>
          </a:graphicData>
        </a:graphic>
      </p:graphicFrame>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1"/>
          <p:cNvSpPr txBox="1"/>
          <p:nvPr>
            <p:ph type="title"/>
          </p:nvPr>
        </p:nvSpPr>
        <p:spPr>
          <a:xfrm>
            <a:off x="1434484" y="784027"/>
            <a:ext cx="9284575" cy="692435"/>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onstantia"/>
              <a:buNone/>
            </a:pPr>
            <a:br>
              <a:rPr lang="en-US" sz="3200"/>
            </a:br>
            <a:r>
              <a:rPr lang="en-US" sz="3600">
                <a:latin typeface="Calibri"/>
                <a:ea typeface="Calibri"/>
                <a:cs typeface="Calibri"/>
                <a:sym typeface="Calibri"/>
              </a:rPr>
              <a:t>Limitations and Drawbacks</a:t>
            </a:r>
            <a:br>
              <a:rPr lang="en-US" sz="3200"/>
            </a:br>
            <a:endParaRPr sz="3200"/>
          </a:p>
        </p:txBody>
      </p:sp>
      <p:sp>
        <p:nvSpPr>
          <p:cNvPr id="455" name="Google Shape;455;p61"/>
          <p:cNvSpPr txBox="1"/>
          <p:nvPr>
            <p:ph idx="1" type="body"/>
          </p:nvPr>
        </p:nvSpPr>
        <p:spPr>
          <a:xfrm>
            <a:off x="1476462" y="1711354"/>
            <a:ext cx="9336947" cy="4011715"/>
          </a:xfrm>
          <a:prstGeom prst="rect">
            <a:avLst/>
          </a:prstGeom>
          <a:noFill/>
          <a:ln>
            <a:noFill/>
          </a:ln>
        </p:spPr>
        <p:txBody>
          <a:bodyPr anchorCtr="0" anchor="t" bIns="45700" lIns="91425" spcFirstLastPara="1" rIns="91425" wrap="square" tIns="45700">
            <a:normAutofit fontScale="92500" lnSpcReduction="10000"/>
          </a:bodyPr>
          <a:lstStyle/>
          <a:p>
            <a:pPr indent="0" lvl="0" marL="0" rtl="0" algn="l">
              <a:spcBef>
                <a:spcPts val="0"/>
              </a:spcBef>
              <a:spcAft>
                <a:spcPts val="0"/>
              </a:spcAft>
              <a:buSzPct val="85000"/>
              <a:buNone/>
            </a:pPr>
            <a:r>
              <a:rPr lang="en-US" sz="2400">
                <a:latin typeface="Calibri"/>
                <a:ea typeface="Calibri"/>
                <a:cs typeface="Calibri"/>
                <a:sym typeface="Calibri"/>
              </a:rPr>
              <a:t>Limitations are important to work the web application better.</a:t>
            </a:r>
            <a:endParaRPr/>
          </a:p>
          <a:p>
            <a:pPr indent="0" lvl="0" marL="0" rtl="0" algn="l">
              <a:spcBef>
                <a:spcPts val="444"/>
              </a:spcBef>
              <a:spcAft>
                <a:spcPts val="0"/>
              </a:spcAft>
              <a:buSzPct val="85000"/>
              <a:buNone/>
            </a:pPr>
            <a:r>
              <a:rPr lang="en-US" sz="2400">
                <a:latin typeface="Calibri"/>
                <a:ea typeface="Calibri"/>
                <a:cs typeface="Calibri"/>
                <a:sym typeface="Calibri"/>
              </a:rPr>
              <a:t>In our web application the limitations are as follows:</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I have developed this web application for “Webworx India private limited” only. </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Only admin can handle this application. Employees and Clients don’t  have any access to it.</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Admin can only maintain details of employee, and documents content.</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Admin can generate documents only for the employee whose records are stored in the database.</a:t>
            </a:r>
            <a:endParaRPr/>
          </a:p>
          <a:p>
            <a:pPr indent="-274320" lvl="0" marL="274320" rtl="0" algn="l">
              <a:spcBef>
                <a:spcPts val="444"/>
              </a:spcBef>
              <a:spcAft>
                <a:spcPts val="0"/>
              </a:spcAft>
              <a:buSzPct val="85000"/>
              <a:buChar char="O"/>
            </a:pPr>
            <a:r>
              <a:rPr lang="en-US" sz="2400">
                <a:latin typeface="Calibri"/>
                <a:ea typeface="Calibri"/>
                <a:cs typeface="Calibri"/>
                <a:sym typeface="Calibri"/>
              </a:rPr>
              <a:t>We can only generate documents whos content is already set into the database.</a:t>
            </a:r>
            <a:endParaRPr sz="2400">
              <a:latin typeface="Calibri"/>
              <a:ea typeface="Calibri"/>
              <a:cs typeface="Calibri"/>
              <a:sym typeface="Calibri"/>
            </a:endParaRPr>
          </a:p>
          <a:p>
            <a:pPr indent="-154495" lvl="0" marL="274320" rtl="0" algn="l">
              <a:spcBef>
                <a:spcPts val="444"/>
              </a:spcBef>
              <a:spcAft>
                <a:spcPts val="0"/>
              </a:spcAft>
              <a:buSzPct val="85000"/>
              <a:buNone/>
            </a:pPr>
            <a:r>
              <a:t/>
            </a:r>
            <a:endParaRPr sz="2400">
              <a:latin typeface="Calibri"/>
              <a:ea typeface="Calibri"/>
              <a:cs typeface="Calibri"/>
              <a:sym typeface="Calibri"/>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9" name="Shape 459"/>
        <p:cNvGrpSpPr/>
        <p:nvPr/>
      </p:nvGrpSpPr>
      <p:grpSpPr>
        <a:xfrm>
          <a:off x="0" y="0"/>
          <a:ext cx="0" cy="0"/>
          <a:chOff x="0" y="0"/>
          <a:chExt cx="0" cy="0"/>
        </a:xfrm>
      </p:grpSpPr>
      <p:sp>
        <p:nvSpPr>
          <p:cNvPr id="460" name="Google Shape;460;p62"/>
          <p:cNvSpPr txBox="1"/>
          <p:nvPr>
            <p:ph type="title"/>
          </p:nvPr>
        </p:nvSpPr>
        <p:spPr>
          <a:xfrm>
            <a:off x="1459651" y="817584"/>
            <a:ext cx="9284575" cy="633712"/>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Conclusion</a:t>
            </a:r>
            <a:endParaRPr/>
          </a:p>
        </p:txBody>
      </p:sp>
      <p:sp>
        <p:nvSpPr>
          <p:cNvPr id="461" name="Google Shape;461;p62"/>
          <p:cNvSpPr txBox="1"/>
          <p:nvPr>
            <p:ph idx="1" type="body"/>
          </p:nvPr>
        </p:nvSpPr>
        <p:spPr>
          <a:xfrm>
            <a:off x="1275127" y="1644242"/>
            <a:ext cx="9353724" cy="4078827"/>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lang="en-US" sz="2400">
                <a:latin typeface="Calibri"/>
                <a:ea typeface="Calibri"/>
                <a:cs typeface="Calibri"/>
                <a:sym typeface="Calibri"/>
              </a:rPr>
              <a:t>This project helps in understanding the creation of an interactive web </a:t>
            </a:r>
            <a:endParaRPr/>
          </a:p>
          <a:p>
            <a:pPr indent="0" lvl="0" marL="0" rtl="0" algn="l">
              <a:spcBef>
                <a:spcPts val="480"/>
              </a:spcBef>
              <a:spcAft>
                <a:spcPts val="0"/>
              </a:spcAft>
              <a:buSzPts val="2040"/>
              <a:buNone/>
            </a:pPr>
            <a:r>
              <a:rPr lang="en-US" sz="2400">
                <a:latin typeface="Calibri"/>
                <a:ea typeface="Calibri"/>
                <a:cs typeface="Calibri"/>
                <a:sym typeface="Calibri"/>
              </a:rPr>
              <a:t>application and the technologies used to implement it. The building of the project has given me a precise knowledge about how it is used to develop, how it connects to the database to access the data and how the data is modified to provide a user with a good web application.</a:t>
            </a: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3"/>
          <p:cNvSpPr txBox="1"/>
          <p:nvPr>
            <p:ph type="title"/>
          </p:nvPr>
        </p:nvSpPr>
        <p:spPr>
          <a:xfrm>
            <a:off x="1459651" y="817584"/>
            <a:ext cx="9284575" cy="751158"/>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solidFill>
                  <a:schemeClr val="dk1"/>
                </a:solidFill>
                <a:latin typeface="Calibri"/>
                <a:ea typeface="Calibri"/>
                <a:cs typeface="Calibri"/>
                <a:sym typeface="Calibri"/>
              </a:rPr>
              <a:t>Future Enhancements</a:t>
            </a:r>
            <a:endParaRPr/>
          </a:p>
        </p:txBody>
      </p:sp>
      <p:sp>
        <p:nvSpPr>
          <p:cNvPr id="467" name="Google Shape;467;p63"/>
          <p:cNvSpPr txBox="1"/>
          <p:nvPr>
            <p:ph idx="1" type="body"/>
          </p:nvPr>
        </p:nvSpPr>
        <p:spPr>
          <a:xfrm>
            <a:off x="1451294" y="1753299"/>
            <a:ext cx="9253058" cy="396977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SzPts val="2040"/>
              <a:buNone/>
            </a:pPr>
            <a:r>
              <a:rPr lang="en-US" sz="2400">
                <a:latin typeface="Calibri"/>
                <a:ea typeface="Calibri"/>
                <a:cs typeface="Calibri"/>
                <a:sym typeface="Calibri"/>
              </a:rPr>
              <a:t>Now I am generating documents and downloading it on our system, </a:t>
            </a:r>
            <a:endParaRPr/>
          </a:p>
          <a:p>
            <a:pPr indent="0" lvl="0" marL="0" rtl="0" algn="l">
              <a:spcBef>
                <a:spcPts val="480"/>
              </a:spcBef>
              <a:spcAft>
                <a:spcPts val="0"/>
              </a:spcAft>
              <a:buSzPts val="2040"/>
              <a:buNone/>
            </a:pPr>
            <a:r>
              <a:rPr lang="en-US" sz="2400">
                <a:latin typeface="Calibri"/>
                <a:ea typeface="Calibri"/>
                <a:cs typeface="Calibri"/>
                <a:sym typeface="Calibri"/>
              </a:rPr>
              <a:t>so I am planning to send generated documents directly to that particular employee on their email as it will become more easy for the admin to send documents to the employee.</a:t>
            </a:r>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sp>
        <p:nvSpPr>
          <p:cNvPr id="472" name="Google Shape;472;p64"/>
          <p:cNvSpPr txBox="1"/>
          <p:nvPr>
            <p:ph type="title"/>
          </p:nvPr>
        </p:nvSpPr>
        <p:spPr>
          <a:xfrm>
            <a:off x="1459651" y="817583"/>
            <a:ext cx="9284575" cy="809881"/>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3200"/>
              <a:buFont typeface="Calibri"/>
              <a:buNone/>
            </a:pPr>
            <a:r>
              <a:rPr lang="en-US" sz="3200">
                <a:latin typeface="Calibri"/>
                <a:ea typeface="Calibri"/>
                <a:cs typeface="Calibri"/>
                <a:sym typeface="Calibri"/>
              </a:rPr>
              <a:t>Reference and Bibliography</a:t>
            </a:r>
            <a:endParaRPr/>
          </a:p>
        </p:txBody>
      </p:sp>
      <p:sp>
        <p:nvSpPr>
          <p:cNvPr id="473" name="Google Shape;473;p64"/>
          <p:cNvSpPr txBox="1"/>
          <p:nvPr>
            <p:ph idx="1" type="body"/>
          </p:nvPr>
        </p:nvSpPr>
        <p:spPr>
          <a:xfrm>
            <a:off x="1501629" y="1786855"/>
            <a:ext cx="8708306" cy="3936214"/>
          </a:xfrm>
          <a:prstGeom prst="rect">
            <a:avLst/>
          </a:prstGeom>
          <a:noFill/>
          <a:ln>
            <a:noFill/>
          </a:ln>
        </p:spPr>
        <p:txBody>
          <a:bodyPr anchorCtr="0" anchor="t" bIns="45700" lIns="91425" spcFirstLastPara="1" rIns="91425" wrap="square" tIns="45700">
            <a:normAutofit/>
          </a:bodyPr>
          <a:lstStyle/>
          <a:p>
            <a:pPr indent="-274320" lvl="0" marL="274320" rtl="0" algn="l">
              <a:spcBef>
                <a:spcPts val="0"/>
              </a:spcBef>
              <a:spcAft>
                <a:spcPts val="0"/>
              </a:spcAft>
              <a:buSzPts val="2040"/>
              <a:buChar char="O"/>
            </a:pPr>
            <a:r>
              <a:rPr lang="en-US" sz="2400">
                <a:latin typeface="Calibri"/>
                <a:ea typeface="Calibri"/>
                <a:cs typeface="Calibri"/>
                <a:sym typeface="Calibri"/>
              </a:rPr>
              <a:t>www.google.com</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www.w3school.com</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www.tutorialspoit.com</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MPdf Manual and tutorials.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Bootstrap tutorials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PHP tutorials.</a:t>
            </a:r>
            <a:endParaRPr/>
          </a:p>
          <a:p>
            <a:pPr indent="-274320" lvl="0" marL="274320" rtl="0" algn="l">
              <a:spcBef>
                <a:spcPts val="480"/>
              </a:spcBef>
              <a:spcAft>
                <a:spcPts val="0"/>
              </a:spcAft>
              <a:buSzPts val="2040"/>
              <a:buChar char="O"/>
            </a:pPr>
            <a:r>
              <a:rPr lang="en-US" sz="2400">
                <a:latin typeface="Calibri"/>
                <a:ea typeface="Calibri"/>
                <a:cs typeface="Calibri"/>
                <a:sym typeface="Calibri"/>
              </a:rPr>
              <a:t>PDO tutorials.</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7" name="Shape 477"/>
        <p:cNvGrpSpPr/>
        <p:nvPr/>
      </p:nvGrpSpPr>
      <p:grpSpPr>
        <a:xfrm>
          <a:off x="0" y="0"/>
          <a:ext cx="0" cy="0"/>
          <a:chOff x="0" y="0"/>
          <a:chExt cx="0" cy="0"/>
        </a:xfrm>
      </p:grpSpPr>
      <p:sp>
        <p:nvSpPr>
          <p:cNvPr id="478" name="Google Shape;478;p65"/>
          <p:cNvSpPr txBox="1"/>
          <p:nvPr>
            <p:ph idx="1" type="body"/>
          </p:nvPr>
        </p:nvSpPr>
        <p:spPr>
          <a:xfrm>
            <a:off x="1532850" y="771525"/>
            <a:ext cx="9340200" cy="5356200"/>
          </a:xfrm>
          <a:prstGeom prst="rect">
            <a:avLst/>
          </a:prstGeom>
          <a:noFill/>
          <a:ln>
            <a:noFill/>
          </a:ln>
        </p:spPr>
        <p:txBody>
          <a:bodyPr anchorCtr="0" anchor="t" bIns="45700" lIns="91425" spcFirstLastPara="1" rIns="91425" wrap="square" tIns="45700">
            <a:normAutofit lnSpcReduction="10000"/>
          </a:bodyPr>
          <a:lstStyle/>
          <a:p>
            <a:pPr indent="0" lvl="0" marL="0" rtl="0" algn="l">
              <a:spcBef>
                <a:spcPts val="0"/>
              </a:spcBef>
              <a:spcAft>
                <a:spcPts val="0"/>
              </a:spcAft>
              <a:buSzPts val="2040"/>
              <a:buNone/>
            </a:pPr>
            <a:r>
              <a:t/>
            </a:r>
            <a:endParaRPr/>
          </a:p>
          <a:p>
            <a:pPr indent="0" lvl="0" marL="0" rtl="0" algn="l">
              <a:spcBef>
                <a:spcPts val="480"/>
              </a:spcBef>
              <a:spcAft>
                <a:spcPts val="0"/>
              </a:spcAft>
              <a:buSzPts val="2040"/>
              <a:buNone/>
            </a:pPr>
            <a:r>
              <a:t/>
            </a:r>
            <a:endParaRPr/>
          </a:p>
          <a:p>
            <a:pPr indent="0" lvl="0" marL="0" rtl="0" algn="l">
              <a:spcBef>
                <a:spcPts val="480"/>
              </a:spcBef>
              <a:spcAft>
                <a:spcPts val="0"/>
              </a:spcAft>
              <a:buSzPts val="2040"/>
              <a:buNone/>
            </a:pPr>
            <a:r>
              <a:t/>
            </a:r>
            <a:endParaRPr/>
          </a:p>
          <a:p>
            <a:pPr indent="0" lvl="0" marL="0" rtl="0" algn="l">
              <a:spcBef>
                <a:spcPts val="480"/>
              </a:spcBef>
              <a:spcAft>
                <a:spcPts val="0"/>
              </a:spcAft>
              <a:buSzPts val="2040"/>
              <a:buNone/>
            </a:pPr>
            <a:r>
              <a:t/>
            </a:r>
            <a:endParaRPr/>
          </a:p>
          <a:p>
            <a:pPr indent="0" lvl="0" marL="0" rtl="0" algn="l">
              <a:spcBef>
                <a:spcPts val="1200"/>
              </a:spcBef>
              <a:spcAft>
                <a:spcPts val="0"/>
              </a:spcAft>
              <a:buSzPts val="2040"/>
              <a:buNone/>
            </a:pPr>
            <a:r>
              <a:rPr lang="en-US"/>
              <a:t>						</a:t>
            </a:r>
            <a:endParaRPr/>
          </a:p>
          <a:p>
            <a:pPr indent="0" lvl="0" marL="0" rtl="0" algn="l">
              <a:spcBef>
                <a:spcPts val="1200"/>
              </a:spcBef>
              <a:spcAft>
                <a:spcPts val="0"/>
              </a:spcAft>
              <a:buSzPts val="2040"/>
              <a:buNone/>
            </a:pPr>
            <a:r>
              <a:t/>
            </a:r>
            <a:endParaRPr sz="6000">
              <a:solidFill>
                <a:srgbClr val="ED9C93"/>
              </a:solidFill>
            </a:endParaRPr>
          </a:p>
          <a:p>
            <a:pPr indent="457200" lvl="0" marL="4114800" rtl="0" algn="l">
              <a:spcBef>
                <a:spcPts val="1200"/>
              </a:spcBef>
              <a:spcAft>
                <a:spcPts val="0"/>
              </a:spcAft>
              <a:buSzPts val="2040"/>
              <a:buNone/>
            </a:pPr>
            <a:r>
              <a:t/>
            </a:r>
            <a:endParaRPr sz="6000">
              <a:solidFill>
                <a:srgbClr val="ED9C93"/>
              </a:solidFill>
            </a:endParaRPr>
          </a:p>
          <a:p>
            <a:pPr indent="457200" lvl="0" marL="4572000" rtl="0" algn="l">
              <a:spcBef>
                <a:spcPts val="1200"/>
              </a:spcBef>
              <a:spcAft>
                <a:spcPts val="0"/>
              </a:spcAft>
              <a:buSzPts val="2040"/>
              <a:buNone/>
            </a:pPr>
            <a:r>
              <a:rPr lang="en-US" sz="6000">
                <a:solidFill>
                  <a:srgbClr val="ED9C93"/>
                </a:solidFil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name="Pushpin">
  <a:themeElements>
    <a:clrScheme name="Pushpin">
      <a:dk1>
        <a:srgbClr val="000000"/>
      </a:dk1>
      <a:lt1>
        <a:srgbClr val="FFFFFF"/>
      </a:lt1>
      <a:dk2>
        <a:srgbClr val="465E9C"/>
      </a:dk2>
      <a:lt2>
        <a:srgbClr val="CCDDEA"/>
      </a:lt2>
      <a:accent1>
        <a:srgbClr val="FDA023"/>
      </a:accent1>
      <a:accent2>
        <a:srgbClr val="AA2B1E"/>
      </a:accent2>
      <a:accent3>
        <a:srgbClr val="71685C"/>
      </a:accent3>
      <a:accent4>
        <a:srgbClr val="64A73B"/>
      </a:accent4>
      <a:accent5>
        <a:srgbClr val="EB5605"/>
      </a:accent5>
      <a:accent6>
        <a:srgbClr val="B9CA1A"/>
      </a:accent6>
      <a:hlink>
        <a:srgbClr val="D83E2C"/>
      </a:hlink>
      <a:folHlink>
        <a:srgbClr val="ED7D2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2021-06-18T05:49:00Z</dcterms:created>
  <dc:creator>Admin</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1033-11.2.0.10094</vt:lpwstr>
  </property>
</Properties>
</file>