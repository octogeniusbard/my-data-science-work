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XheOQxvYId29Lv7wJeQLBHKET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ee88ec161_5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20ee88ec161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1" name="Google Shape;9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2" name="Google Shape;11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2" name="Google Shape;11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 rotWithShape="1">
          <a:blip r:embed="rId2">
            <a:alphaModFix amt="6000"/>
          </a:blip>
          <a:tile algn="tl" flip="none" tx="0" sx="100000" ty="0" sy="100000"/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6000"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81325" y="2000250"/>
            <a:ext cx="62293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app.powerbi.com/view?r=eyJrIjoiZmI3NDVhYTItOWFiOC00MmM1LWExYjktNzdiNmMxNzFmZTViIiwidCI6ImNiZDUwYjFlLWYwYWEtNDMwMi05YzIzLWQ2NTU3MzQ0Y2RiZSJ9" TargetMode="External"/><Relationship Id="rId9" Type="http://schemas.openxmlformats.org/officeDocument/2006/relationships/image" Target="../media/image7.png"/><Relationship Id="rId5" Type="http://schemas.openxmlformats.org/officeDocument/2006/relationships/hyperlink" Target="about:blank" TargetMode="External"/><Relationship Id="rId6" Type="http://schemas.openxmlformats.org/officeDocument/2006/relationships/hyperlink" Target="https://app.powerbi.com/view?r=eyJrIjoiZmI3NDVhYTItOWFiOC00MmM1LWExYjktNzdiNmMxNzFmZTViIiwidCI6ImNiZDUwYjFlLWYwYWEtNDMwMi05YzIzLWQ2NTU3MzQ0Y2RiZSJ9" TargetMode="External"/><Relationship Id="rId7" Type="http://schemas.openxmlformats.org/officeDocument/2006/relationships/hyperlink" Target="https://app.powerbi.com/view?r=eyJrIjoiZmI3NDVhYTItOWFiOC00MmM1LWExYjktNzdiNmMxNzFmZTViIiwidCI6ImNiZDUwYjFlLWYwYWEtNDMwMi05YzIzLWQ2NTU3MzQ0Y2RiZSJ9" TargetMode="External"/><Relationship Id="rId8" Type="http://schemas.openxmlformats.org/officeDocument/2006/relationships/hyperlink" Target="https://app.powerbi.com/view?r=eyJrIjoiZmI3NDVhYTItOWFiOC00MmM1LWExYjktNzdiNmMxNzFmZTViIiwidCI6ImNiZDUwYjFlLWYwYWEtNDMwMi05YzIzLWQ2NTU3MzQ0Y2RiZSJ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ECC9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63" name="Google Shape;63;p1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557" y="1596093"/>
            <a:ext cx="4800758" cy="22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/>
        </p:nvSpPr>
        <p:spPr>
          <a:xfrm>
            <a:off x="1741714" y="4112909"/>
            <a:ext cx="85489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MAHARSHI KARVE STREE SHIKSHAN SAMSTHA’S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741714" y="4572000"/>
            <a:ext cx="85489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D1C2E"/>
                </a:solidFill>
                <a:latin typeface="Arial"/>
                <a:ea typeface="Arial"/>
                <a:cs typeface="Arial"/>
                <a:sym typeface="Arial"/>
              </a:rPr>
              <a:t>Academy Of Information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741714" y="5202644"/>
            <a:ext cx="85489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Center for Data Science, Machine Learning and AI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4000"/>
              <a:t>Academic Analytics: A Strategic Overview of Institutional Performance</a:t>
            </a:r>
            <a:endParaRPr b="1" sz="4000"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en-US"/>
              <a:t>			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/>
          </a:p>
          <a:p>
            <a: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en-US"/>
              <a:t>							Project by _MKSSS’s AIT</a:t>
            </a:r>
            <a:endParaRPr b="1"/>
          </a:p>
        </p:txBody>
      </p:sp>
      <p:sp>
        <p:nvSpPr>
          <p:cNvPr id="145" name="Google Shape;145;p2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2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147" name="Google Shape;147;p2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8" name="Google Shape;2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0ee88ec161_5_0"/>
          <p:cNvSpPr txBox="1"/>
          <p:nvPr>
            <p:ph type="title"/>
          </p:nvPr>
        </p:nvSpPr>
        <p:spPr>
          <a:xfrm>
            <a:off x="2574212" y="283221"/>
            <a:ext cx="7712709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4"/>
              <a:buNone/>
            </a:pPr>
            <a:r>
              <a:rPr b="1" lang="en-US"/>
              <a:t>Agenda</a:t>
            </a:r>
            <a:endParaRPr b="1"/>
          </a:p>
        </p:txBody>
      </p:sp>
      <p:sp>
        <p:nvSpPr>
          <p:cNvPr id="224" name="Google Shape;224;g20ee88ec161_5_0"/>
          <p:cNvSpPr txBox="1"/>
          <p:nvPr>
            <p:ph idx="1" type="body"/>
          </p:nvPr>
        </p:nvSpPr>
        <p:spPr>
          <a:xfrm>
            <a:off x="1267691" y="1524000"/>
            <a:ext cx="10231582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Introduction to the university's ledger system</a:t>
            </a:r>
            <a:endParaRPr sz="96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Challenges with unstructured, missing, and hard-to-interpret data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96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Results and Achievements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Impact on Colleges, Faculties, and Students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000"/>
              <a:buChar char="•"/>
            </a:pPr>
            <a:r>
              <a:rPr lang="en-US" sz="9600">
                <a:latin typeface="Calibri"/>
                <a:ea typeface="Calibri"/>
                <a:cs typeface="Calibri"/>
                <a:sym typeface="Calibri"/>
              </a:rPr>
              <a:t>Future Opportunities</a:t>
            </a:r>
            <a:br>
              <a:rPr lang="en-US" sz="2400"/>
            </a:br>
            <a:endParaRPr/>
          </a:p>
        </p:txBody>
      </p:sp>
      <p:sp>
        <p:nvSpPr>
          <p:cNvPr id="225" name="Google Shape;225;g20ee88ec161_5_0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g20ee88ec161_5_0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227" name="Google Shape;227;g20ee88ec161_5_0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20ee88ec161_5_0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20ee88ec161_5_0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0ee88ec161_5_0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20ee88ec161_5_0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20ee88ec161_5_0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20ee88ec161_5_0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20ee88ec161_5_0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0ee88ec161_5_0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20ee88ec161_5_0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0ee88ec161_5_0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20ee88ec161_5_0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20ee88ec161_5_0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20ee88ec161_5_0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20ee88ec161_5_0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20ee88ec161_5_0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20ee88ec161_5_0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20ee88ec161_5_0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20ee88ec161_5_0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20ee88ec161_5_0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g20ee88ec161_5_0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20ee88ec161_5_0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20ee88ec161_5_0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20ee88ec161_5_0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20ee88ec161_5_0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20ee88ec161_5_0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20ee88ec161_5_0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g20ee88ec161_5_0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g20ee88ec161_5_0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20ee88ec161_5_0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20ee88ec161_5_0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20ee88ec161_5_0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20ee88ec161_5_0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20ee88ec161_5_0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20ee88ec161_5_0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20ee88ec161_5_0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20ee88ec161_5_0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g20ee88ec161_5_0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20ee88ec161_5_0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g20ee88ec161_5_0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20ee88ec161_5_0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g20ee88ec161_5_0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20ee88ec161_5_0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20ee88ec161_5_0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g20ee88ec161_5_0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g20ee88ec161_5_0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g20ee88ec161_5_0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20ee88ec161_5_0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g20ee88ec161_5_0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20ee88ec161_5_0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20ee88ec161_5_0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20ee88ec161_5_0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20ee88ec161_5_0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20ee88ec161_5_0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20ee88ec161_5_0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20ee88ec161_5_0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20ee88ec161_5_0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20ee88ec161_5_0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20ee88ec161_5_0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20ee88ec161_5_0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20ee88ec161_5_0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20ee88ec161_5_0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20ee88ec161_5_0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20ee88ec161_5_0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20ee88ec161_5_0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20ee88ec161_5_0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20ee88ec161_5_0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20ee88ec161_5_0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20ee88ec161_5_0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20ee88ec161_5_0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20ee88ec161_5_0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8" name="Google Shape;298;g20ee88ec161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"/>
          <p:cNvSpPr txBox="1"/>
          <p:nvPr>
            <p:ph type="title"/>
          </p:nvPr>
        </p:nvSpPr>
        <p:spPr>
          <a:xfrm>
            <a:off x="2574212" y="283221"/>
            <a:ext cx="9049752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Introduction to the University's Ledger System</a:t>
            </a:r>
            <a:endParaRPr/>
          </a:p>
        </p:txBody>
      </p:sp>
      <p:sp>
        <p:nvSpPr>
          <p:cNvPr id="304" name="Google Shape;304;p3"/>
          <p:cNvSpPr txBox="1"/>
          <p:nvPr>
            <p:ph idx="1" type="body"/>
          </p:nvPr>
        </p:nvSpPr>
        <p:spPr>
          <a:xfrm>
            <a:off x="1267691" y="1246910"/>
            <a:ext cx="10231582" cy="469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Format and Distribution:</a:t>
            </a:r>
            <a:endParaRPr sz="24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Ledgers are provided in PDF format.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For each semester, universities share ledgers with respective colleges.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Unstructured Data:</a:t>
            </a:r>
            <a:endParaRPr sz="24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The data within these ledgers is unstructured.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Lack of a consistent format across ledgers.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Data Accessibility Challenges:</a:t>
            </a:r>
            <a:endParaRPr sz="24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Difficulty in accessing specific student records due to varied ledger formats.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/>
              <a:t>Stress the need to manually search through different ledgers to find particular student data.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305" name="Google Shape;305;p3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3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307" name="Google Shape;307;p3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8" name="Google Shape;3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"/>
          <p:cNvSpPr txBox="1"/>
          <p:nvPr>
            <p:ph type="title"/>
          </p:nvPr>
        </p:nvSpPr>
        <p:spPr>
          <a:xfrm>
            <a:off x="2574212" y="283221"/>
            <a:ext cx="9049752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Introduction to the University's Ledger System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"/>
          <p:cNvSpPr txBox="1"/>
          <p:nvPr>
            <p:ph idx="1" type="body"/>
          </p:nvPr>
        </p:nvSpPr>
        <p:spPr>
          <a:xfrm>
            <a:off x="1267691" y="1524000"/>
            <a:ext cx="10231582" cy="404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Issues Faced: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Missing Data: Face challenges because of missing information within the ledgers.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Lack of Centralization: Data is scattered across multiple ledgers, making retrieval cumbersome.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Impact on Efficiency: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These challenges impact the efficiency of data extraction and management processes.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lang="en-US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Click here for sample data ledgers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5" name="Google Shape;385;p4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4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387" name="Google Shape;387;p4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8" name="Google Shape;4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"/>
          <p:cNvSpPr txBox="1"/>
          <p:nvPr>
            <p:ph type="title"/>
          </p:nvPr>
        </p:nvSpPr>
        <p:spPr>
          <a:xfrm>
            <a:off x="2574211" y="283221"/>
            <a:ext cx="8620261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n-US"/>
              <a:t>Project Objectives</a:t>
            </a:r>
            <a:endParaRPr b="1"/>
          </a:p>
        </p:txBody>
      </p:sp>
      <p:sp>
        <p:nvSpPr>
          <p:cNvPr id="464" name="Google Shape;464;p5"/>
          <p:cNvSpPr txBox="1"/>
          <p:nvPr>
            <p:ph idx="1" type="body"/>
          </p:nvPr>
        </p:nvSpPr>
        <p:spPr>
          <a:xfrm>
            <a:off x="1267690" y="1524000"/>
            <a:ext cx="10009909" cy="404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Efficient Data Extraction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Automated solution for extracting student details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Significantly reduced manual data entry efforts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Structured Data Organization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Focus on organizing extracted data into Excel spreadsheets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Ensured accessible, consistent, and analysis-ready information</a:t>
            </a:r>
            <a:endParaRPr/>
          </a:p>
          <a:p>
            <a:pPr indent="-4572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Data Visualization Dashboard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Design a user-friendly dashboard for dynamic insights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Empowers data-driven decisions and effective academic monitoring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5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467" name="Google Shape;467;p5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8" name="Google Shape;5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"/>
          <p:cNvSpPr txBox="1"/>
          <p:nvPr>
            <p:ph type="title"/>
          </p:nvPr>
        </p:nvSpPr>
        <p:spPr>
          <a:xfrm>
            <a:off x="2574211" y="283221"/>
            <a:ext cx="8620261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n-US"/>
              <a:t>Benefits and Outcomes</a:t>
            </a:r>
            <a:endParaRPr b="1"/>
          </a:p>
        </p:txBody>
      </p:sp>
      <p:sp>
        <p:nvSpPr>
          <p:cNvPr id="544" name="Google Shape;544;p6"/>
          <p:cNvSpPr txBox="1"/>
          <p:nvPr>
            <p:ph idx="1" type="body"/>
          </p:nvPr>
        </p:nvSpPr>
        <p:spPr>
          <a:xfrm>
            <a:off x="1267690" y="1524000"/>
            <a:ext cx="10217728" cy="404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Enhanced Data Reliability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Automated extraction will improve data accuracy.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Time and Cost Savings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Significant reduction in time and resources required for data  entry.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Streamlined Reporting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Efficient reports generation and finding out insights with structured data.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Interactive Data Dashboard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Emphasize the user-friendly dashboard's role in effective academic monitoring.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6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6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547" name="Google Shape;547;p6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6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6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6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6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6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6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6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6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18" name="Google Shape;6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"/>
          <p:cNvSpPr txBox="1"/>
          <p:nvPr>
            <p:ph type="title"/>
          </p:nvPr>
        </p:nvSpPr>
        <p:spPr>
          <a:xfrm>
            <a:off x="2574210" y="283221"/>
            <a:ext cx="9506954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n-US"/>
              <a:t>Impact on Colleges, Faculties, and Students</a:t>
            </a:r>
            <a:endParaRPr b="1"/>
          </a:p>
        </p:txBody>
      </p:sp>
      <p:sp>
        <p:nvSpPr>
          <p:cNvPr id="624" name="Google Shape;624;p7"/>
          <p:cNvSpPr txBox="1"/>
          <p:nvPr>
            <p:ph idx="1" type="body"/>
          </p:nvPr>
        </p:nvSpPr>
        <p:spPr>
          <a:xfrm>
            <a:off x="1267690" y="1352756"/>
            <a:ext cx="10217728" cy="5089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70C0"/>
                </a:solidFill>
              </a:rPr>
              <a:t>Colleges and Faculties:</a:t>
            </a:r>
            <a:endParaRPr sz="2400">
              <a:solidFill>
                <a:srgbClr val="0070C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Efficient Oversight: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Streamlined data for easy monitoring.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Timely insights for informed decision-making.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Resource Optimization: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Saves time and costs for reallocation.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Redirects resources to educational initiatives.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70C0"/>
                </a:solidFill>
              </a:rPr>
              <a:t>Students:</a:t>
            </a:r>
            <a:endParaRPr sz="2400">
              <a:solidFill>
                <a:srgbClr val="0070C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Transparent Progress: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Interactive dashboard for clear records.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Identifies areas for improvement.</a:t>
            </a:r>
            <a:endParaRPr/>
          </a:p>
        </p:txBody>
      </p:sp>
      <p:sp>
        <p:nvSpPr>
          <p:cNvPr id="625" name="Google Shape;625;p7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7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627" name="Google Shape;627;p7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7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8" name="Google Shape;6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"/>
          <p:cNvSpPr txBox="1"/>
          <p:nvPr>
            <p:ph type="title"/>
          </p:nvPr>
        </p:nvSpPr>
        <p:spPr>
          <a:xfrm>
            <a:off x="2574210" y="283221"/>
            <a:ext cx="9506954" cy="67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b="1" lang="en-US"/>
              <a:t>Impact on Colleges, Faculties, and Students</a:t>
            </a:r>
            <a:endParaRPr b="1"/>
          </a:p>
        </p:txBody>
      </p:sp>
      <p:sp>
        <p:nvSpPr>
          <p:cNvPr id="704" name="Google Shape;704;p8"/>
          <p:cNvSpPr txBox="1"/>
          <p:nvPr>
            <p:ph idx="1" type="body"/>
          </p:nvPr>
        </p:nvSpPr>
        <p:spPr>
          <a:xfrm>
            <a:off x="1267690" y="1352756"/>
            <a:ext cx="10217728" cy="5089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Timely Intervention: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Real-time insights enable quick action.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Facilitates collaboration for student success.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70C0"/>
                </a:solidFill>
              </a:rPr>
              <a:t>Overall:</a:t>
            </a:r>
            <a:endParaRPr sz="2400">
              <a:solidFill>
                <a:srgbClr val="0070C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2400"/>
              <a:t>Enhanced Decision-Making:</a:t>
            </a:r>
            <a:endParaRPr sz="24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Informed decisions for better outcomes.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Improved collaboration for a supportive environment.</a:t>
            </a:r>
            <a:endParaRPr/>
          </a:p>
        </p:txBody>
      </p:sp>
      <p:sp>
        <p:nvSpPr>
          <p:cNvPr id="705" name="Google Shape;705;p8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8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707" name="Google Shape;707;p8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8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8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8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8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8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8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8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8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8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8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8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8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8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78" name="Google Shape;7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"/>
          <p:cNvSpPr txBox="1"/>
          <p:nvPr>
            <p:ph type="title"/>
          </p:nvPr>
        </p:nvSpPr>
        <p:spPr>
          <a:xfrm>
            <a:off x="2932062" y="183432"/>
            <a:ext cx="9206345" cy="73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000"/>
              <a:t>Methodology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9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5" name="Google Shape;785;p9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786" name="Google Shape;786;p9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9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9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9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9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9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9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9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9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9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9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57" name="Google Shape;8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9"/>
          <p:cNvSpPr txBox="1"/>
          <p:nvPr/>
        </p:nvSpPr>
        <p:spPr>
          <a:xfrm>
            <a:off x="1219199" y="1097996"/>
            <a:ext cx="10446328" cy="535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Utilization of Python, PDF libraries, and regular expressions: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combination of Python, PDF libraries, and regular expressions automated the extraction of individual student details from different ledger files at storing it together at one place.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Power BI for Dashboard Creation: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Dynamic Visualization</a:t>
            </a:r>
            <a:endParaRPr/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 Interface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Insights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Centralized Records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"/>
          <p:cNvSpPr txBox="1"/>
          <p:nvPr>
            <p:ph type="title"/>
          </p:nvPr>
        </p:nvSpPr>
        <p:spPr>
          <a:xfrm>
            <a:off x="2590800" y="183432"/>
            <a:ext cx="9547607" cy="73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200"/>
              <a:t>Future Opportunities</a:t>
            </a:r>
            <a:endParaRPr sz="3200"/>
          </a:p>
        </p:txBody>
      </p:sp>
      <p:sp>
        <p:nvSpPr>
          <p:cNvPr id="864" name="Google Shape;864;p10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5" name="Google Shape;865;p10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866" name="Google Shape;866;p10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0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0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0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0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0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10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0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0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0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0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0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0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0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0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0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0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0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0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0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0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0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0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0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0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0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0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0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0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0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0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0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0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0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0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0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0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0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0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0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7" name="Google Shape;9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10"/>
          <p:cNvSpPr txBox="1"/>
          <p:nvPr/>
        </p:nvSpPr>
        <p:spPr>
          <a:xfrm>
            <a:off x="1219200" y="1097996"/>
            <a:ext cx="10210800" cy="535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Commitment to Ongoing Innovation and Efficiency: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dedication to innovation remains unwavering. Moving forward, we will continue to explore cutting-edge technologies and methodologies to enhance data extraction and management processes.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Continuous improvement is at the core of our approach, ensuring that our solutions evolve with the dynamic needs of the university environment.</a:t>
            </a:r>
            <a:endParaRPr/>
          </a:p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Potential for Further Collaboration: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recognize the importance of collaboration in achieving collective goals. Going forward, we are open to further collaboration with university departments, faculty members, and other stakeholders.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working together, we aim to identify new challenges and opportunities, fostering an environment that encourages knowledge-sharing and collective problem-solving. </a:t>
            </a:r>
            <a:endParaRPr/>
          </a:p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1"/>
          <p:cNvSpPr txBox="1"/>
          <p:nvPr>
            <p:ph type="title"/>
          </p:nvPr>
        </p:nvSpPr>
        <p:spPr>
          <a:xfrm>
            <a:off x="2590800" y="183432"/>
            <a:ext cx="9547607" cy="73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3200"/>
              <a:t>Future Opportunities</a:t>
            </a:r>
            <a:endParaRPr sz="3200"/>
          </a:p>
        </p:txBody>
      </p:sp>
      <p:sp>
        <p:nvSpPr>
          <p:cNvPr id="944" name="Google Shape;944;p11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5" name="Google Shape;945;p11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946" name="Google Shape;946;p11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1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1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1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1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1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1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1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1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1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1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1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1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1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1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1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1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1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1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1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1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1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7" name="Google Shape;10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11"/>
          <p:cNvSpPr txBox="1"/>
          <p:nvPr/>
        </p:nvSpPr>
        <p:spPr>
          <a:xfrm>
            <a:off x="1219200" y="1097996"/>
            <a:ext cx="10210800" cy="535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Impactful Solutions on the Horizon: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journey doesn't end here. We envision developing and implementing impactful solutions that extend beyond data extraction, addressing broader challenges faced by the university.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academic analytics to administrative optimizations, we aim to contribute to the university's success by providing solutions that make a meaningful difference.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"/>
          <p:cNvSpPr txBox="1"/>
          <p:nvPr>
            <p:ph type="title"/>
          </p:nvPr>
        </p:nvSpPr>
        <p:spPr>
          <a:xfrm>
            <a:off x="2932062" y="183432"/>
            <a:ext cx="9206345" cy="73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000"/>
              <a:t>Dashboard </a:t>
            </a: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 b="1"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2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12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1026" name="Google Shape;1026;p12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2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2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2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2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2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2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2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2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2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2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2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2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2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2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2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2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2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2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2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2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2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2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2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2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2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2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2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2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2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2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2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2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2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2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2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2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2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2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2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2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2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2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2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2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2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2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2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2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2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2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2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2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2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2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2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2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2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2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2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2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2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2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2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2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2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2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2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2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2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2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7" name="Google Shape;10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2"/>
          <p:cNvSpPr txBox="1"/>
          <p:nvPr/>
        </p:nvSpPr>
        <p:spPr>
          <a:xfrm>
            <a:off x="889296" y="5401994"/>
            <a:ext cx="10201731" cy="1246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0193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more Dashboard Images</a:t>
            </a:r>
            <a:endParaRPr b="0" i="0" sz="2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0193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PowerBI Dashboard</a:t>
            </a:r>
            <a:endParaRPr b="0" i="0" sz="2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193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9" name="Google Shape;109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05575" y="1139977"/>
            <a:ext cx="7877908" cy="405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3"/>
          <p:cNvSpPr txBox="1"/>
          <p:nvPr>
            <p:ph type="title"/>
          </p:nvPr>
        </p:nvSpPr>
        <p:spPr>
          <a:xfrm>
            <a:off x="2590800" y="183432"/>
            <a:ext cx="9547607" cy="73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sz="4000"/>
          </a:p>
        </p:txBody>
      </p:sp>
      <p:sp>
        <p:nvSpPr>
          <p:cNvPr id="1105" name="Google Shape;1105;p13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6" name="Google Shape;1106;p13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1107" name="Google Shape;1107;p13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3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3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3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3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3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3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3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3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3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3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3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3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3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3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3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3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3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3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3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3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3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3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3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3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3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3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3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3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3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3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3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3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3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3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3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78" name="Google Shape;1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13"/>
          <p:cNvSpPr txBox="1"/>
          <p:nvPr/>
        </p:nvSpPr>
        <p:spPr>
          <a:xfrm>
            <a:off x="1219200" y="1097996"/>
            <a:ext cx="10210800" cy="535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input is invaluable. We invite feedback from university personnel to shape the direction of our future projects.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Your insights will play a crucial role in tailoring our solutions to meet the unique needs of the university.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CC9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4"/>
          <p:cNvSpPr/>
          <p:nvPr/>
        </p:nvSpPr>
        <p:spPr>
          <a:xfrm>
            <a:off x="-1" y="0"/>
            <a:ext cx="2932063" cy="2705512"/>
          </a:xfrm>
          <a:custGeom>
            <a:rect b="b" l="l" r="r" t="t"/>
            <a:pathLst>
              <a:path extrusionOk="0" h="2729" w="2959">
                <a:moveTo>
                  <a:pt x="0" y="0"/>
                </a:moveTo>
                <a:lnTo>
                  <a:pt x="2959" y="0"/>
                </a:lnTo>
                <a:cubicBezTo>
                  <a:pt x="1455" y="685"/>
                  <a:pt x="606" y="1583"/>
                  <a:pt x="0" y="2729"/>
                </a:cubicBezTo>
                <a:lnTo>
                  <a:pt x="0" y="0"/>
                </a:lnTo>
                <a:close/>
              </a:path>
            </a:pathLst>
          </a:custGeom>
          <a:solidFill>
            <a:srgbClr val="F493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14"/>
          <p:cNvGrpSpPr/>
          <p:nvPr/>
        </p:nvGrpSpPr>
        <p:grpSpPr>
          <a:xfrm>
            <a:off x="297208" y="286102"/>
            <a:ext cx="781002" cy="960807"/>
            <a:chOff x="4078144" y="719550"/>
            <a:chExt cx="1565275" cy="1925637"/>
          </a:xfrm>
        </p:grpSpPr>
        <p:sp>
          <p:nvSpPr>
            <p:cNvPr id="1186" name="Google Shape;1186;p14"/>
            <p:cNvSpPr/>
            <p:nvPr/>
          </p:nvSpPr>
          <p:spPr>
            <a:xfrm>
              <a:off x="4195619" y="995775"/>
              <a:ext cx="1301750" cy="1296988"/>
            </a:xfrm>
            <a:custGeom>
              <a:rect b="b" l="l" r="r" t="t"/>
              <a:pathLst>
                <a:path extrusionOk="0" h="801" w="800">
                  <a:moveTo>
                    <a:pt x="294" y="421"/>
                  </a:moveTo>
                  <a:lnTo>
                    <a:pt x="299" y="415"/>
                  </a:lnTo>
                  <a:lnTo>
                    <a:pt x="293" y="419"/>
                  </a:lnTo>
                  <a:lnTo>
                    <a:pt x="287" y="404"/>
                  </a:lnTo>
                  <a:lnTo>
                    <a:pt x="282" y="389"/>
                  </a:lnTo>
                  <a:lnTo>
                    <a:pt x="277" y="374"/>
                  </a:lnTo>
                  <a:lnTo>
                    <a:pt x="273" y="358"/>
                  </a:lnTo>
                  <a:lnTo>
                    <a:pt x="269" y="344"/>
                  </a:lnTo>
                  <a:lnTo>
                    <a:pt x="267" y="329"/>
                  </a:lnTo>
                  <a:lnTo>
                    <a:pt x="265" y="314"/>
                  </a:lnTo>
                  <a:lnTo>
                    <a:pt x="263" y="299"/>
                  </a:lnTo>
                  <a:lnTo>
                    <a:pt x="262" y="285"/>
                  </a:lnTo>
                  <a:lnTo>
                    <a:pt x="262" y="271"/>
                  </a:lnTo>
                  <a:lnTo>
                    <a:pt x="262" y="256"/>
                  </a:lnTo>
                  <a:lnTo>
                    <a:pt x="263" y="242"/>
                  </a:lnTo>
                  <a:lnTo>
                    <a:pt x="265" y="228"/>
                  </a:lnTo>
                  <a:lnTo>
                    <a:pt x="267" y="215"/>
                  </a:lnTo>
                  <a:lnTo>
                    <a:pt x="270" y="201"/>
                  </a:lnTo>
                  <a:lnTo>
                    <a:pt x="273" y="188"/>
                  </a:lnTo>
                  <a:lnTo>
                    <a:pt x="277" y="175"/>
                  </a:lnTo>
                  <a:lnTo>
                    <a:pt x="282" y="162"/>
                  </a:lnTo>
                  <a:lnTo>
                    <a:pt x="287" y="149"/>
                  </a:lnTo>
                  <a:lnTo>
                    <a:pt x="292" y="136"/>
                  </a:lnTo>
                  <a:lnTo>
                    <a:pt x="298" y="124"/>
                  </a:lnTo>
                  <a:lnTo>
                    <a:pt x="305" y="111"/>
                  </a:lnTo>
                  <a:lnTo>
                    <a:pt x="312" y="99"/>
                  </a:lnTo>
                  <a:lnTo>
                    <a:pt x="320" y="88"/>
                  </a:lnTo>
                  <a:lnTo>
                    <a:pt x="328" y="76"/>
                  </a:lnTo>
                  <a:lnTo>
                    <a:pt x="337" y="65"/>
                  </a:lnTo>
                  <a:lnTo>
                    <a:pt x="346" y="54"/>
                  </a:lnTo>
                  <a:lnTo>
                    <a:pt x="355" y="43"/>
                  </a:lnTo>
                  <a:lnTo>
                    <a:pt x="365" y="32"/>
                  </a:lnTo>
                  <a:lnTo>
                    <a:pt x="376" y="22"/>
                  </a:lnTo>
                  <a:lnTo>
                    <a:pt x="387" y="12"/>
                  </a:lnTo>
                  <a:lnTo>
                    <a:pt x="398" y="2"/>
                  </a:lnTo>
                  <a:lnTo>
                    <a:pt x="403" y="8"/>
                  </a:lnTo>
                  <a:lnTo>
                    <a:pt x="391" y="18"/>
                  </a:lnTo>
                  <a:lnTo>
                    <a:pt x="381" y="27"/>
                  </a:lnTo>
                  <a:lnTo>
                    <a:pt x="370" y="38"/>
                  </a:lnTo>
                  <a:lnTo>
                    <a:pt x="361" y="48"/>
                  </a:lnTo>
                  <a:lnTo>
                    <a:pt x="351" y="59"/>
                  </a:lnTo>
                  <a:lnTo>
                    <a:pt x="342" y="69"/>
                  </a:lnTo>
                  <a:lnTo>
                    <a:pt x="334" y="80"/>
                  </a:lnTo>
                  <a:lnTo>
                    <a:pt x="326" y="92"/>
                  </a:lnTo>
                  <a:lnTo>
                    <a:pt x="318" y="103"/>
                  </a:lnTo>
                  <a:lnTo>
                    <a:pt x="311" y="115"/>
                  </a:lnTo>
                  <a:lnTo>
                    <a:pt x="305" y="127"/>
                  </a:lnTo>
                  <a:lnTo>
                    <a:pt x="299" y="139"/>
                  </a:lnTo>
                  <a:lnTo>
                    <a:pt x="294" y="151"/>
                  </a:lnTo>
                  <a:lnTo>
                    <a:pt x="289" y="164"/>
                  </a:lnTo>
                  <a:lnTo>
                    <a:pt x="284" y="177"/>
                  </a:lnTo>
                  <a:lnTo>
                    <a:pt x="281" y="190"/>
                  </a:lnTo>
                  <a:lnTo>
                    <a:pt x="277" y="203"/>
                  </a:lnTo>
                  <a:lnTo>
                    <a:pt x="275" y="216"/>
                  </a:lnTo>
                  <a:lnTo>
                    <a:pt x="272" y="229"/>
                  </a:lnTo>
                  <a:lnTo>
                    <a:pt x="271" y="243"/>
                  </a:lnTo>
                  <a:lnTo>
                    <a:pt x="270" y="257"/>
                  </a:lnTo>
                  <a:lnTo>
                    <a:pt x="269" y="271"/>
                  </a:lnTo>
                  <a:lnTo>
                    <a:pt x="270" y="285"/>
                  </a:lnTo>
                  <a:lnTo>
                    <a:pt x="270" y="299"/>
                  </a:lnTo>
                  <a:lnTo>
                    <a:pt x="272" y="313"/>
                  </a:lnTo>
                  <a:lnTo>
                    <a:pt x="274" y="327"/>
                  </a:lnTo>
                  <a:lnTo>
                    <a:pt x="277" y="342"/>
                  </a:lnTo>
                  <a:lnTo>
                    <a:pt x="280" y="357"/>
                  </a:lnTo>
                  <a:lnTo>
                    <a:pt x="284" y="371"/>
                  </a:lnTo>
                  <a:lnTo>
                    <a:pt x="289" y="386"/>
                  </a:lnTo>
                  <a:lnTo>
                    <a:pt x="294" y="401"/>
                  </a:lnTo>
                  <a:lnTo>
                    <a:pt x="300" y="416"/>
                  </a:lnTo>
                  <a:lnTo>
                    <a:pt x="294" y="421"/>
                  </a:lnTo>
                  <a:close/>
                  <a:moveTo>
                    <a:pt x="190" y="767"/>
                  </a:moveTo>
                  <a:lnTo>
                    <a:pt x="197" y="771"/>
                  </a:lnTo>
                  <a:lnTo>
                    <a:pt x="192" y="773"/>
                  </a:lnTo>
                  <a:lnTo>
                    <a:pt x="159" y="761"/>
                  </a:lnTo>
                  <a:lnTo>
                    <a:pt x="129" y="748"/>
                  </a:lnTo>
                  <a:lnTo>
                    <a:pt x="102" y="734"/>
                  </a:lnTo>
                  <a:lnTo>
                    <a:pt x="79" y="718"/>
                  </a:lnTo>
                  <a:lnTo>
                    <a:pt x="59" y="701"/>
                  </a:lnTo>
                  <a:lnTo>
                    <a:pt x="42" y="682"/>
                  </a:lnTo>
                  <a:lnTo>
                    <a:pt x="28" y="663"/>
                  </a:lnTo>
                  <a:lnTo>
                    <a:pt x="17" y="644"/>
                  </a:lnTo>
                  <a:lnTo>
                    <a:pt x="9" y="624"/>
                  </a:lnTo>
                  <a:lnTo>
                    <a:pt x="4" y="603"/>
                  </a:lnTo>
                  <a:lnTo>
                    <a:pt x="1" y="582"/>
                  </a:lnTo>
                  <a:lnTo>
                    <a:pt x="0" y="562"/>
                  </a:lnTo>
                  <a:lnTo>
                    <a:pt x="2" y="541"/>
                  </a:lnTo>
                  <a:lnTo>
                    <a:pt x="6" y="521"/>
                  </a:lnTo>
                  <a:lnTo>
                    <a:pt x="12" y="502"/>
                  </a:lnTo>
                  <a:lnTo>
                    <a:pt x="20" y="483"/>
                  </a:lnTo>
                  <a:lnTo>
                    <a:pt x="29" y="465"/>
                  </a:lnTo>
                  <a:lnTo>
                    <a:pt x="41" y="448"/>
                  </a:lnTo>
                  <a:lnTo>
                    <a:pt x="53" y="433"/>
                  </a:lnTo>
                  <a:lnTo>
                    <a:pt x="67" y="418"/>
                  </a:lnTo>
                  <a:lnTo>
                    <a:pt x="83" y="406"/>
                  </a:lnTo>
                  <a:lnTo>
                    <a:pt x="99" y="394"/>
                  </a:lnTo>
                  <a:lnTo>
                    <a:pt x="117" y="385"/>
                  </a:lnTo>
                  <a:lnTo>
                    <a:pt x="135" y="378"/>
                  </a:lnTo>
                  <a:lnTo>
                    <a:pt x="155" y="373"/>
                  </a:lnTo>
                  <a:lnTo>
                    <a:pt x="174" y="371"/>
                  </a:lnTo>
                  <a:lnTo>
                    <a:pt x="195" y="371"/>
                  </a:lnTo>
                  <a:lnTo>
                    <a:pt x="215" y="373"/>
                  </a:lnTo>
                  <a:lnTo>
                    <a:pt x="236" y="379"/>
                  </a:lnTo>
                  <a:lnTo>
                    <a:pt x="257" y="388"/>
                  </a:lnTo>
                  <a:lnTo>
                    <a:pt x="278" y="400"/>
                  </a:lnTo>
                  <a:lnTo>
                    <a:pt x="299" y="415"/>
                  </a:lnTo>
                  <a:lnTo>
                    <a:pt x="294" y="421"/>
                  </a:lnTo>
                  <a:lnTo>
                    <a:pt x="274" y="406"/>
                  </a:lnTo>
                  <a:lnTo>
                    <a:pt x="254" y="394"/>
                  </a:lnTo>
                  <a:lnTo>
                    <a:pt x="234" y="386"/>
                  </a:lnTo>
                  <a:lnTo>
                    <a:pt x="214" y="381"/>
                  </a:lnTo>
                  <a:lnTo>
                    <a:pt x="194" y="378"/>
                  </a:lnTo>
                  <a:lnTo>
                    <a:pt x="175" y="378"/>
                  </a:lnTo>
                  <a:lnTo>
                    <a:pt x="156" y="380"/>
                  </a:lnTo>
                  <a:lnTo>
                    <a:pt x="138" y="385"/>
                  </a:lnTo>
                  <a:lnTo>
                    <a:pt x="120" y="392"/>
                  </a:lnTo>
                  <a:lnTo>
                    <a:pt x="103" y="401"/>
                  </a:lnTo>
                  <a:lnTo>
                    <a:pt x="87" y="411"/>
                  </a:lnTo>
                  <a:lnTo>
                    <a:pt x="72" y="424"/>
                  </a:lnTo>
                  <a:lnTo>
                    <a:pt x="59" y="438"/>
                  </a:lnTo>
                  <a:lnTo>
                    <a:pt x="47" y="453"/>
                  </a:lnTo>
                  <a:lnTo>
                    <a:pt x="36" y="469"/>
                  </a:lnTo>
                  <a:lnTo>
                    <a:pt x="26" y="486"/>
                  </a:lnTo>
                  <a:lnTo>
                    <a:pt x="19" y="504"/>
                  </a:lnTo>
                  <a:lnTo>
                    <a:pt x="13" y="523"/>
                  </a:lnTo>
                  <a:lnTo>
                    <a:pt x="9" y="543"/>
                  </a:lnTo>
                  <a:lnTo>
                    <a:pt x="8" y="562"/>
                  </a:lnTo>
                  <a:lnTo>
                    <a:pt x="8" y="582"/>
                  </a:lnTo>
                  <a:lnTo>
                    <a:pt x="11" y="602"/>
                  </a:lnTo>
                  <a:lnTo>
                    <a:pt x="16" y="621"/>
                  </a:lnTo>
                  <a:lnTo>
                    <a:pt x="24" y="641"/>
                  </a:lnTo>
                  <a:lnTo>
                    <a:pt x="34" y="659"/>
                  </a:lnTo>
                  <a:lnTo>
                    <a:pt x="48" y="678"/>
                  </a:lnTo>
                  <a:lnTo>
                    <a:pt x="64" y="695"/>
                  </a:lnTo>
                  <a:lnTo>
                    <a:pt x="83" y="712"/>
                  </a:lnTo>
                  <a:lnTo>
                    <a:pt x="106" y="727"/>
                  </a:lnTo>
                  <a:lnTo>
                    <a:pt x="132" y="741"/>
                  </a:lnTo>
                  <a:lnTo>
                    <a:pt x="161" y="754"/>
                  </a:lnTo>
                  <a:lnTo>
                    <a:pt x="194" y="765"/>
                  </a:lnTo>
                  <a:lnTo>
                    <a:pt x="190" y="767"/>
                  </a:lnTo>
                  <a:close/>
                  <a:moveTo>
                    <a:pt x="197" y="771"/>
                  </a:moveTo>
                  <a:lnTo>
                    <a:pt x="195" y="773"/>
                  </a:lnTo>
                  <a:lnTo>
                    <a:pt x="192" y="773"/>
                  </a:lnTo>
                  <a:lnTo>
                    <a:pt x="197" y="771"/>
                  </a:lnTo>
                  <a:close/>
                  <a:moveTo>
                    <a:pt x="397" y="792"/>
                  </a:moveTo>
                  <a:lnTo>
                    <a:pt x="403" y="797"/>
                  </a:lnTo>
                  <a:lnTo>
                    <a:pt x="397" y="797"/>
                  </a:lnTo>
                  <a:lnTo>
                    <a:pt x="392" y="789"/>
                  </a:lnTo>
                  <a:lnTo>
                    <a:pt x="386" y="782"/>
                  </a:lnTo>
                  <a:lnTo>
                    <a:pt x="380" y="775"/>
                  </a:lnTo>
                  <a:lnTo>
                    <a:pt x="374" y="769"/>
                  </a:lnTo>
                  <a:lnTo>
                    <a:pt x="368" y="763"/>
                  </a:lnTo>
                  <a:lnTo>
                    <a:pt x="361" y="757"/>
                  </a:lnTo>
                  <a:lnTo>
                    <a:pt x="355" y="752"/>
                  </a:lnTo>
                  <a:lnTo>
                    <a:pt x="348" y="747"/>
                  </a:lnTo>
                  <a:lnTo>
                    <a:pt x="341" y="743"/>
                  </a:lnTo>
                  <a:lnTo>
                    <a:pt x="334" y="739"/>
                  </a:lnTo>
                  <a:lnTo>
                    <a:pt x="327" y="735"/>
                  </a:lnTo>
                  <a:lnTo>
                    <a:pt x="320" y="732"/>
                  </a:lnTo>
                  <a:lnTo>
                    <a:pt x="313" y="730"/>
                  </a:lnTo>
                  <a:lnTo>
                    <a:pt x="306" y="727"/>
                  </a:lnTo>
                  <a:lnTo>
                    <a:pt x="299" y="726"/>
                  </a:lnTo>
                  <a:lnTo>
                    <a:pt x="292" y="724"/>
                  </a:lnTo>
                  <a:lnTo>
                    <a:pt x="285" y="723"/>
                  </a:lnTo>
                  <a:lnTo>
                    <a:pt x="278" y="723"/>
                  </a:lnTo>
                  <a:lnTo>
                    <a:pt x="271" y="723"/>
                  </a:lnTo>
                  <a:lnTo>
                    <a:pt x="264" y="724"/>
                  </a:lnTo>
                  <a:lnTo>
                    <a:pt x="258" y="725"/>
                  </a:lnTo>
                  <a:lnTo>
                    <a:pt x="251" y="726"/>
                  </a:lnTo>
                  <a:lnTo>
                    <a:pt x="245" y="728"/>
                  </a:lnTo>
                  <a:lnTo>
                    <a:pt x="239" y="731"/>
                  </a:lnTo>
                  <a:lnTo>
                    <a:pt x="233" y="734"/>
                  </a:lnTo>
                  <a:lnTo>
                    <a:pt x="227" y="737"/>
                  </a:lnTo>
                  <a:lnTo>
                    <a:pt x="221" y="742"/>
                  </a:lnTo>
                  <a:lnTo>
                    <a:pt x="216" y="746"/>
                  </a:lnTo>
                  <a:lnTo>
                    <a:pt x="211" y="752"/>
                  </a:lnTo>
                  <a:lnTo>
                    <a:pt x="206" y="757"/>
                  </a:lnTo>
                  <a:lnTo>
                    <a:pt x="201" y="764"/>
                  </a:lnTo>
                  <a:lnTo>
                    <a:pt x="197" y="771"/>
                  </a:lnTo>
                  <a:lnTo>
                    <a:pt x="190" y="767"/>
                  </a:lnTo>
                  <a:lnTo>
                    <a:pt x="195" y="760"/>
                  </a:lnTo>
                  <a:lnTo>
                    <a:pt x="200" y="753"/>
                  </a:lnTo>
                  <a:lnTo>
                    <a:pt x="205" y="747"/>
                  </a:lnTo>
                  <a:lnTo>
                    <a:pt x="211" y="741"/>
                  </a:lnTo>
                  <a:lnTo>
                    <a:pt x="217" y="736"/>
                  </a:lnTo>
                  <a:lnTo>
                    <a:pt x="223" y="731"/>
                  </a:lnTo>
                  <a:lnTo>
                    <a:pt x="229" y="727"/>
                  </a:lnTo>
                  <a:lnTo>
                    <a:pt x="236" y="724"/>
                  </a:lnTo>
                  <a:lnTo>
                    <a:pt x="242" y="721"/>
                  </a:lnTo>
                  <a:lnTo>
                    <a:pt x="249" y="719"/>
                  </a:lnTo>
                  <a:lnTo>
                    <a:pt x="256" y="717"/>
                  </a:lnTo>
                  <a:lnTo>
                    <a:pt x="264" y="716"/>
                  </a:lnTo>
                  <a:lnTo>
                    <a:pt x="271" y="716"/>
                  </a:lnTo>
                  <a:lnTo>
                    <a:pt x="278" y="716"/>
                  </a:lnTo>
                  <a:lnTo>
                    <a:pt x="286" y="716"/>
                  </a:lnTo>
                  <a:lnTo>
                    <a:pt x="293" y="717"/>
                  </a:lnTo>
                  <a:lnTo>
                    <a:pt x="300" y="718"/>
                  </a:lnTo>
                  <a:lnTo>
                    <a:pt x="308" y="720"/>
                  </a:lnTo>
                  <a:lnTo>
                    <a:pt x="315" y="723"/>
                  </a:lnTo>
                  <a:lnTo>
                    <a:pt x="323" y="726"/>
                  </a:lnTo>
                  <a:lnTo>
                    <a:pt x="330" y="729"/>
                  </a:lnTo>
                  <a:lnTo>
                    <a:pt x="338" y="733"/>
                  </a:lnTo>
                  <a:lnTo>
                    <a:pt x="345" y="737"/>
                  </a:lnTo>
                  <a:lnTo>
                    <a:pt x="352" y="741"/>
                  </a:lnTo>
                  <a:lnTo>
                    <a:pt x="359" y="746"/>
                  </a:lnTo>
                  <a:lnTo>
                    <a:pt x="366" y="752"/>
                  </a:lnTo>
                  <a:lnTo>
                    <a:pt x="373" y="758"/>
                  </a:lnTo>
                  <a:lnTo>
                    <a:pt x="379" y="764"/>
                  </a:lnTo>
                  <a:lnTo>
                    <a:pt x="386" y="770"/>
                  </a:lnTo>
                  <a:lnTo>
                    <a:pt x="392" y="777"/>
                  </a:lnTo>
                  <a:lnTo>
                    <a:pt x="398" y="785"/>
                  </a:lnTo>
                  <a:lnTo>
                    <a:pt x="403" y="792"/>
                  </a:lnTo>
                  <a:lnTo>
                    <a:pt x="397" y="792"/>
                  </a:lnTo>
                  <a:close/>
                  <a:moveTo>
                    <a:pt x="403" y="797"/>
                  </a:moveTo>
                  <a:lnTo>
                    <a:pt x="400" y="801"/>
                  </a:lnTo>
                  <a:lnTo>
                    <a:pt x="397" y="797"/>
                  </a:lnTo>
                  <a:lnTo>
                    <a:pt x="403" y="797"/>
                  </a:lnTo>
                  <a:close/>
                  <a:moveTo>
                    <a:pt x="606" y="765"/>
                  </a:moveTo>
                  <a:lnTo>
                    <a:pt x="608" y="773"/>
                  </a:lnTo>
                  <a:lnTo>
                    <a:pt x="604" y="771"/>
                  </a:lnTo>
                  <a:lnTo>
                    <a:pt x="600" y="764"/>
                  </a:lnTo>
                  <a:lnTo>
                    <a:pt x="595" y="757"/>
                  </a:lnTo>
                  <a:lnTo>
                    <a:pt x="590" y="752"/>
                  </a:lnTo>
                  <a:lnTo>
                    <a:pt x="585" y="746"/>
                  </a:lnTo>
                  <a:lnTo>
                    <a:pt x="579" y="742"/>
                  </a:lnTo>
                  <a:lnTo>
                    <a:pt x="574" y="737"/>
                  </a:lnTo>
                  <a:lnTo>
                    <a:pt x="568" y="734"/>
                  </a:lnTo>
                  <a:lnTo>
                    <a:pt x="562" y="731"/>
                  </a:lnTo>
                  <a:lnTo>
                    <a:pt x="556" y="728"/>
                  </a:lnTo>
                  <a:lnTo>
                    <a:pt x="549" y="726"/>
                  </a:lnTo>
                  <a:lnTo>
                    <a:pt x="543" y="725"/>
                  </a:lnTo>
                  <a:lnTo>
                    <a:pt x="536" y="724"/>
                  </a:lnTo>
                  <a:lnTo>
                    <a:pt x="529" y="723"/>
                  </a:lnTo>
                  <a:lnTo>
                    <a:pt x="523" y="723"/>
                  </a:lnTo>
                  <a:lnTo>
                    <a:pt x="516" y="723"/>
                  </a:lnTo>
                  <a:lnTo>
                    <a:pt x="509" y="724"/>
                  </a:lnTo>
                  <a:lnTo>
                    <a:pt x="502" y="726"/>
                  </a:lnTo>
                  <a:lnTo>
                    <a:pt x="495" y="727"/>
                  </a:lnTo>
                  <a:lnTo>
                    <a:pt x="488" y="730"/>
                  </a:lnTo>
                  <a:lnTo>
                    <a:pt x="481" y="732"/>
                  </a:lnTo>
                  <a:lnTo>
                    <a:pt x="474" y="735"/>
                  </a:lnTo>
                  <a:lnTo>
                    <a:pt x="467" y="739"/>
                  </a:lnTo>
                  <a:lnTo>
                    <a:pt x="460" y="743"/>
                  </a:lnTo>
                  <a:lnTo>
                    <a:pt x="453" y="747"/>
                  </a:lnTo>
                  <a:lnTo>
                    <a:pt x="446" y="752"/>
                  </a:lnTo>
                  <a:lnTo>
                    <a:pt x="439" y="757"/>
                  </a:lnTo>
                  <a:lnTo>
                    <a:pt x="433" y="763"/>
                  </a:lnTo>
                  <a:lnTo>
                    <a:pt x="427" y="769"/>
                  </a:lnTo>
                  <a:lnTo>
                    <a:pt x="421" y="775"/>
                  </a:lnTo>
                  <a:lnTo>
                    <a:pt x="415" y="782"/>
                  </a:lnTo>
                  <a:lnTo>
                    <a:pt x="409" y="789"/>
                  </a:lnTo>
                  <a:lnTo>
                    <a:pt x="403" y="797"/>
                  </a:lnTo>
                  <a:lnTo>
                    <a:pt x="397" y="792"/>
                  </a:lnTo>
                  <a:lnTo>
                    <a:pt x="403" y="785"/>
                  </a:lnTo>
                  <a:lnTo>
                    <a:pt x="409" y="777"/>
                  </a:lnTo>
                  <a:lnTo>
                    <a:pt x="415" y="770"/>
                  </a:lnTo>
                  <a:lnTo>
                    <a:pt x="421" y="764"/>
                  </a:lnTo>
                  <a:lnTo>
                    <a:pt x="428" y="758"/>
                  </a:lnTo>
                  <a:lnTo>
                    <a:pt x="435" y="752"/>
                  </a:lnTo>
                  <a:lnTo>
                    <a:pt x="442" y="746"/>
                  </a:lnTo>
                  <a:lnTo>
                    <a:pt x="449" y="741"/>
                  </a:lnTo>
                  <a:lnTo>
                    <a:pt x="456" y="737"/>
                  </a:lnTo>
                  <a:lnTo>
                    <a:pt x="463" y="733"/>
                  </a:lnTo>
                  <a:lnTo>
                    <a:pt x="470" y="729"/>
                  </a:lnTo>
                  <a:lnTo>
                    <a:pt x="478" y="726"/>
                  </a:lnTo>
                  <a:lnTo>
                    <a:pt x="485" y="723"/>
                  </a:lnTo>
                  <a:lnTo>
                    <a:pt x="493" y="720"/>
                  </a:lnTo>
                  <a:lnTo>
                    <a:pt x="500" y="718"/>
                  </a:lnTo>
                  <a:lnTo>
                    <a:pt x="508" y="717"/>
                  </a:lnTo>
                  <a:lnTo>
                    <a:pt x="515" y="716"/>
                  </a:lnTo>
                  <a:lnTo>
                    <a:pt x="522" y="716"/>
                  </a:lnTo>
                  <a:lnTo>
                    <a:pt x="530" y="716"/>
                  </a:lnTo>
                  <a:lnTo>
                    <a:pt x="537" y="716"/>
                  </a:lnTo>
                  <a:lnTo>
                    <a:pt x="544" y="717"/>
                  </a:lnTo>
                  <a:lnTo>
                    <a:pt x="551" y="719"/>
                  </a:lnTo>
                  <a:lnTo>
                    <a:pt x="558" y="721"/>
                  </a:lnTo>
                  <a:lnTo>
                    <a:pt x="565" y="724"/>
                  </a:lnTo>
                  <a:lnTo>
                    <a:pt x="572" y="727"/>
                  </a:lnTo>
                  <a:lnTo>
                    <a:pt x="578" y="731"/>
                  </a:lnTo>
                  <a:lnTo>
                    <a:pt x="584" y="736"/>
                  </a:lnTo>
                  <a:lnTo>
                    <a:pt x="590" y="741"/>
                  </a:lnTo>
                  <a:lnTo>
                    <a:pt x="595" y="747"/>
                  </a:lnTo>
                  <a:lnTo>
                    <a:pt x="601" y="753"/>
                  </a:lnTo>
                  <a:lnTo>
                    <a:pt x="606" y="760"/>
                  </a:lnTo>
                  <a:lnTo>
                    <a:pt x="610" y="767"/>
                  </a:lnTo>
                  <a:lnTo>
                    <a:pt x="606" y="765"/>
                  </a:lnTo>
                  <a:close/>
                  <a:moveTo>
                    <a:pt x="608" y="773"/>
                  </a:moveTo>
                  <a:lnTo>
                    <a:pt x="605" y="773"/>
                  </a:lnTo>
                  <a:lnTo>
                    <a:pt x="604" y="771"/>
                  </a:lnTo>
                  <a:lnTo>
                    <a:pt x="608" y="773"/>
                  </a:lnTo>
                  <a:close/>
                  <a:moveTo>
                    <a:pt x="501" y="416"/>
                  </a:moveTo>
                  <a:lnTo>
                    <a:pt x="508" y="419"/>
                  </a:lnTo>
                  <a:lnTo>
                    <a:pt x="502" y="415"/>
                  </a:lnTo>
                  <a:lnTo>
                    <a:pt x="522" y="400"/>
                  </a:lnTo>
                  <a:lnTo>
                    <a:pt x="543" y="388"/>
                  </a:lnTo>
                  <a:lnTo>
                    <a:pt x="564" y="379"/>
                  </a:lnTo>
                  <a:lnTo>
                    <a:pt x="585" y="373"/>
                  </a:lnTo>
                  <a:lnTo>
                    <a:pt x="606" y="371"/>
                  </a:lnTo>
                  <a:lnTo>
                    <a:pt x="626" y="371"/>
                  </a:lnTo>
                  <a:lnTo>
                    <a:pt x="646" y="373"/>
                  </a:lnTo>
                  <a:lnTo>
                    <a:pt x="665" y="378"/>
                  </a:lnTo>
                  <a:lnTo>
                    <a:pt x="684" y="385"/>
                  </a:lnTo>
                  <a:lnTo>
                    <a:pt x="701" y="394"/>
                  </a:lnTo>
                  <a:lnTo>
                    <a:pt x="718" y="406"/>
                  </a:lnTo>
                  <a:lnTo>
                    <a:pt x="733" y="418"/>
                  </a:lnTo>
                  <a:lnTo>
                    <a:pt x="747" y="433"/>
                  </a:lnTo>
                  <a:lnTo>
                    <a:pt x="760" y="448"/>
                  </a:lnTo>
                  <a:lnTo>
                    <a:pt x="771" y="465"/>
                  </a:lnTo>
                  <a:lnTo>
                    <a:pt x="781" y="483"/>
                  </a:lnTo>
                  <a:lnTo>
                    <a:pt x="789" y="502"/>
                  </a:lnTo>
                  <a:lnTo>
                    <a:pt x="795" y="521"/>
                  </a:lnTo>
                  <a:lnTo>
                    <a:pt x="799" y="541"/>
                  </a:lnTo>
                  <a:lnTo>
                    <a:pt x="800" y="562"/>
                  </a:lnTo>
                  <a:lnTo>
                    <a:pt x="800" y="582"/>
                  </a:lnTo>
                  <a:lnTo>
                    <a:pt x="797" y="603"/>
                  </a:lnTo>
                  <a:lnTo>
                    <a:pt x="791" y="624"/>
                  </a:lnTo>
                  <a:lnTo>
                    <a:pt x="783" y="644"/>
                  </a:lnTo>
                  <a:lnTo>
                    <a:pt x="772" y="663"/>
                  </a:lnTo>
                  <a:lnTo>
                    <a:pt x="759" y="682"/>
                  </a:lnTo>
                  <a:lnTo>
                    <a:pt x="742" y="701"/>
                  </a:lnTo>
                  <a:lnTo>
                    <a:pt x="722" y="718"/>
                  </a:lnTo>
                  <a:lnTo>
                    <a:pt x="699" y="734"/>
                  </a:lnTo>
                  <a:lnTo>
                    <a:pt x="672" y="748"/>
                  </a:lnTo>
                  <a:lnTo>
                    <a:pt x="642" y="761"/>
                  </a:lnTo>
                  <a:lnTo>
                    <a:pt x="608" y="773"/>
                  </a:lnTo>
                  <a:lnTo>
                    <a:pt x="606" y="765"/>
                  </a:lnTo>
                  <a:lnTo>
                    <a:pt x="639" y="754"/>
                  </a:lnTo>
                  <a:lnTo>
                    <a:pt x="669" y="741"/>
                  </a:lnTo>
                  <a:lnTo>
                    <a:pt x="695" y="727"/>
                  </a:lnTo>
                  <a:lnTo>
                    <a:pt x="717" y="712"/>
                  </a:lnTo>
                  <a:lnTo>
                    <a:pt x="737" y="695"/>
                  </a:lnTo>
                  <a:lnTo>
                    <a:pt x="753" y="678"/>
                  </a:lnTo>
                  <a:lnTo>
                    <a:pt x="766" y="659"/>
                  </a:lnTo>
                  <a:lnTo>
                    <a:pt x="777" y="641"/>
                  </a:lnTo>
                  <a:lnTo>
                    <a:pt x="784" y="621"/>
                  </a:lnTo>
                  <a:lnTo>
                    <a:pt x="790" y="602"/>
                  </a:lnTo>
                  <a:lnTo>
                    <a:pt x="792" y="582"/>
                  </a:lnTo>
                  <a:lnTo>
                    <a:pt x="793" y="562"/>
                  </a:lnTo>
                  <a:lnTo>
                    <a:pt x="791" y="543"/>
                  </a:lnTo>
                  <a:lnTo>
                    <a:pt x="787" y="523"/>
                  </a:lnTo>
                  <a:lnTo>
                    <a:pt x="782" y="504"/>
                  </a:lnTo>
                  <a:lnTo>
                    <a:pt x="774" y="486"/>
                  </a:lnTo>
                  <a:lnTo>
                    <a:pt x="765" y="469"/>
                  </a:lnTo>
                  <a:lnTo>
                    <a:pt x="754" y="453"/>
                  </a:lnTo>
                  <a:lnTo>
                    <a:pt x="742" y="438"/>
                  </a:lnTo>
                  <a:lnTo>
                    <a:pt x="728" y="424"/>
                  </a:lnTo>
                  <a:lnTo>
                    <a:pt x="713" y="411"/>
                  </a:lnTo>
                  <a:lnTo>
                    <a:pt x="697" y="401"/>
                  </a:lnTo>
                  <a:lnTo>
                    <a:pt x="681" y="392"/>
                  </a:lnTo>
                  <a:lnTo>
                    <a:pt x="663" y="385"/>
                  </a:lnTo>
                  <a:lnTo>
                    <a:pt x="645" y="380"/>
                  </a:lnTo>
                  <a:lnTo>
                    <a:pt x="626" y="378"/>
                  </a:lnTo>
                  <a:lnTo>
                    <a:pt x="606" y="378"/>
                  </a:lnTo>
                  <a:lnTo>
                    <a:pt x="587" y="381"/>
                  </a:lnTo>
                  <a:lnTo>
                    <a:pt x="567" y="386"/>
                  </a:lnTo>
                  <a:lnTo>
                    <a:pt x="547" y="394"/>
                  </a:lnTo>
                  <a:lnTo>
                    <a:pt x="527" y="406"/>
                  </a:lnTo>
                  <a:lnTo>
                    <a:pt x="507" y="421"/>
                  </a:lnTo>
                  <a:lnTo>
                    <a:pt x="501" y="416"/>
                  </a:lnTo>
                  <a:close/>
                  <a:moveTo>
                    <a:pt x="403" y="8"/>
                  </a:moveTo>
                  <a:lnTo>
                    <a:pt x="398" y="2"/>
                  </a:lnTo>
                  <a:lnTo>
                    <a:pt x="403" y="2"/>
                  </a:lnTo>
                  <a:lnTo>
                    <a:pt x="414" y="12"/>
                  </a:lnTo>
                  <a:lnTo>
                    <a:pt x="425" y="22"/>
                  </a:lnTo>
                  <a:lnTo>
                    <a:pt x="435" y="32"/>
                  </a:lnTo>
                  <a:lnTo>
                    <a:pt x="445" y="43"/>
                  </a:lnTo>
                  <a:lnTo>
                    <a:pt x="455" y="54"/>
                  </a:lnTo>
                  <a:lnTo>
                    <a:pt x="464" y="65"/>
                  </a:lnTo>
                  <a:lnTo>
                    <a:pt x="473" y="76"/>
                  </a:lnTo>
                  <a:lnTo>
                    <a:pt x="481" y="88"/>
                  </a:lnTo>
                  <a:lnTo>
                    <a:pt x="488" y="99"/>
                  </a:lnTo>
                  <a:lnTo>
                    <a:pt x="495" y="111"/>
                  </a:lnTo>
                  <a:lnTo>
                    <a:pt x="502" y="124"/>
                  </a:lnTo>
                  <a:lnTo>
                    <a:pt x="508" y="136"/>
                  </a:lnTo>
                  <a:lnTo>
                    <a:pt x="514" y="149"/>
                  </a:lnTo>
                  <a:lnTo>
                    <a:pt x="519" y="162"/>
                  </a:lnTo>
                  <a:lnTo>
                    <a:pt x="523" y="175"/>
                  </a:lnTo>
                  <a:lnTo>
                    <a:pt x="527" y="188"/>
                  </a:lnTo>
                  <a:lnTo>
                    <a:pt x="530" y="201"/>
                  </a:lnTo>
                  <a:lnTo>
                    <a:pt x="533" y="215"/>
                  </a:lnTo>
                  <a:lnTo>
                    <a:pt x="536" y="228"/>
                  </a:lnTo>
                  <a:lnTo>
                    <a:pt x="537" y="242"/>
                  </a:lnTo>
                  <a:lnTo>
                    <a:pt x="538" y="256"/>
                  </a:lnTo>
                  <a:lnTo>
                    <a:pt x="539" y="271"/>
                  </a:lnTo>
                  <a:lnTo>
                    <a:pt x="538" y="285"/>
                  </a:lnTo>
                  <a:lnTo>
                    <a:pt x="537" y="299"/>
                  </a:lnTo>
                  <a:lnTo>
                    <a:pt x="536" y="314"/>
                  </a:lnTo>
                  <a:lnTo>
                    <a:pt x="534" y="329"/>
                  </a:lnTo>
                  <a:lnTo>
                    <a:pt x="531" y="344"/>
                  </a:lnTo>
                  <a:lnTo>
                    <a:pt x="528" y="358"/>
                  </a:lnTo>
                  <a:lnTo>
                    <a:pt x="524" y="374"/>
                  </a:lnTo>
                  <a:lnTo>
                    <a:pt x="519" y="389"/>
                  </a:lnTo>
                  <a:lnTo>
                    <a:pt x="514" y="404"/>
                  </a:lnTo>
                  <a:lnTo>
                    <a:pt x="508" y="419"/>
                  </a:lnTo>
                  <a:lnTo>
                    <a:pt x="501" y="416"/>
                  </a:lnTo>
                  <a:lnTo>
                    <a:pt x="507" y="401"/>
                  </a:lnTo>
                  <a:lnTo>
                    <a:pt x="512" y="386"/>
                  </a:lnTo>
                  <a:lnTo>
                    <a:pt x="517" y="371"/>
                  </a:lnTo>
                  <a:lnTo>
                    <a:pt x="521" y="357"/>
                  </a:lnTo>
                  <a:lnTo>
                    <a:pt x="524" y="342"/>
                  </a:lnTo>
                  <a:lnTo>
                    <a:pt x="527" y="327"/>
                  </a:lnTo>
                  <a:lnTo>
                    <a:pt x="529" y="313"/>
                  </a:lnTo>
                  <a:lnTo>
                    <a:pt x="530" y="299"/>
                  </a:lnTo>
                  <a:lnTo>
                    <a:pt x="531" y="285"/>
                  </a:lnTo>
                  <a:lnTo>
                    <a:pt x="531" y="271"/>
                  </a:lnTo>
                  <a:lnTo>
                    <a:pt x="531" y="257"/>
                  </a:lnTo>
                  <a:lnTo>
                    <a:pt x="530" y="243"/>
                  </a:lnTo>
                  <a:lnTo>
                    <a:pt x="528" y="229"/>
                  </a:lnTo>
                  <a:lnTo>
                    <a:pt x="526" y="216"/>
                  </a:lnTo>
                  <a:lnTo>
                    <a:pt x="523" y="203"/>
                  </a:lnTo>
                  <a:lnTo>
                    <a:pt x="520" y="190"/>
                  </a:lnTo>
                  <a:lnTo>
                    <a:pt x="516" y="177"/>
                  </a:lnTo>
                  <a:lnTo>
                    <a:pt x="512" y="164"/>
                  </a:lnTo>
                  <a:lnTo>
                    <a:pt x="507" y="151"/>
                  </a:lnTo>
                  <a:lnTo>
                    <a:pt x="501" y="139"/>
                  </a:lnTo>
                  <a:lnTo>
                    <a:pt x="496" y="127"/>
                  </a:lnTo>
                  <a:lnTo>
                    <a:pt x="489" y="115"/>
                  </a:lnTo>
                  <a:lnTo>
                    <a:pt x="482" y="103"/>
                  </a:lnTo>
                  <a:lnTo>
                    <a:pt x="475" y="92"/>
                  </a:lnTo>
                  <a:lnTo>
                    <a:pt x="467" y="80"/>
                  </a:lnTo>
                  <a:lnTo>
                    <a:pt x="458" y="69"/>
                  </a:lnTo>
                  <a:lnTo>
                    <a:pt x="449" y="59"/>
                  </a:lnTo>
                  <a:lnTo>
                    <a:pt x="440" y="48"/>
                  </a:lnTo>
                  <a:lnTo>
                    <a:pt x="430" y="38"/>
                  </a:lnTo>
                  <a:lnTo>
                    <a:pt x="420" y="27"/>
                  </a:lnTo>
                  <a:lnTo>
                    <a:pt x="409" y="18"/>
                  </a:lnTo>
                  <a:lnTo>
                    <a:pt x="398" y="8"/>
                  </a:lnTo>
                  <a:lnTo>
                    <a:pt x="403" y="8"/>
                  </a:lnTo>
                  <a:close/>
                  <a:moveTo>
                    <a:pt x="398" y="2"/>
                  </a:moveTo>
                  <a:lnTo>
                    <a:pt x="400" y="0"/>
                  </a:lnTo>
                  <a:lnTo>
                    <a:pt x="403" y="2"/>
                  </a:lnTo>
                  <a:lnTo>
                    <a:pt x="398" y="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4"/>
            <p:cNvSpPr/>
            <p:nvPr/>
          </p:nvSpPr>
          <p:spPr>
            <a:xfrm>
              <a:off x="4662344" y="1062450"/>
              <a:ext cx="369887" cy="692150"/>
            </a:xfrm>
            <a:custGeom>
              <a:rect b="b" l="l" r="r" t="t"/>
              <a:pathLst>
                <a:path extrusionOk="0" h="428" w="227">
                  <a:moveTo>
                    <a:pt x="0" y="224"/>
                  </a:moveTo>
                  <a:lnTo>
                    <a:pt x="7" y="225"/>
                  </a:lnTo>
                  <a:lnTo>
                    <a:pt x="7" y="224"/>
                  </a:lnTo>
                  <a:lnTo>
                    <a:pt x="7" y="233"/>
                  </a:lnTo>
                  <a:lnTo>
                    <a:pt x="8" y="242"/>
                  </a:lnTo>
                  <a:lnTo>
                    <a:pt x="8" y="250"/>
                  </a:lnTo>
                  <a:lnTo>
                    <a:pt x="9" y="259"/>
                  </a:lnTo>
                  <a:lnTo>
                    <a:pt x="10" y="267"/>
                  </a:lnTo>
                  <a:lnTo>
                    <a:pt x="11" y="275"/>
                  </a:lnTo>
                  <a:lnTo>
                    <a:pt x="12" y="284"/>
                  </a:lnTo>
                  <a:lnTo>
                    <a:pt x="14" y="292"/>
                  </a:lnTo>
                  <a:lnTo>
                    <a:pt x="16" y="300"/>
                  </a:lnTo>
                  <a:lnTo>
                    <a:pt x="17" y="308"/>
                  </a:lnTo>
                  <a:lnTo>
                    <a:pt x="20" y="316"/>
                  </a:lnTo>
                  <a:lnTo>
                    <a:pt x="22" y="324"/>
                  </a:lnTo>
                  <a:lnTo>
                    <a:pt x="25" y="331"/>
                  </a:lnTo>
                  <a:lnTo>
                    <a:pt x="28" y="339"/>
                  </a:lnTo>
                  <a:lnTo>
                    <a:pt x="31" y="346"/>
                  </a:lnTo>
                  <a:lnTo>
                    <a:pt x="34" y="353"/>
                  </a:lnTo>
                  <a:lnTo>
                    <a:pt x="37" y="361"/>
                  </a:lnTo>
                  <a:lnTo>
                    <a:pt x="41" y="367"/>
                  </a:lnTo>
                  <a:lnTo>
                    <a:pt x="45" y="374"/>
                  </a:lnTo>
                  <a:lnTo>
                    <a:pt x="49" y="381"/>
                  </a:lnTo>
                  <a:lnTo>
                    <a:pt x="53" y="387"/>
                  </a:lnTo>
                  <a:lnTo>
                    <a:pt x="58" y="394"/>
                  </a:lnTo>
                  <a:lnTo>
                    <a:pt x="63" y="400"/>
                  </a:lnTo>
                  <a:lnTo>
                    <a:pt x="68" y="406"/>
                  </a:lnTo>
                  <a:lnTo>
                    <a:pt x="73" y="411"/>
                  </a:lnTo>
                  <a:lnTo>
                    <a:pt x="78" y="417"/>
                  </a:lnTo>
                  <a:lnTo>
                    <a:pt x="82" y="420"/>
                  </a:lnTo>
                  <a:cubicBezTo>
                    <a:pt x="81" y="423"/>
                    <a:pt x="80" y="425"/>
                    <a:pt x="79" y="428"/>
                  </a:cubicBezTo>
                  <a:lnTo>
                    <a:pt x="79" y="428"/>
                  </a:lnTo>
                  <a:lnTo>
                    <a:pt x="73" y="422"/>
                  </a:lnTo>
                  <a:lnTo>
                    <a:pt x="67" y="416"/>
                  </a:lnTo>
                  <a:lnTo>
                    <a:pt x="62" y="411"/>
                  </a:lnTo>
                  <a:lnTo>
                    <a:pt x="57" y="404"/>
                  </a:lnTo>
                  <a:lnTo>
                    <a:pt x="52" y="398"/>
                  </a:lnTo>
                  <a:lnTo>
                    <a:pt x="47" y="392"/>
                  </a:lnTo>
                  <a:lnTo>
                    <a:pt x="43" y="385"/>
                  </a:lnTo>
                  <a:lnTo>
                    <a:pt x="39" y="378"/>
                  </a:lnTo>
                  <a:lnTo>
                    <a:pt x="35" y="371"/>
                  </a:lnTo>
                  <a:lnTo>
                    <a:pt x="31" y="364"/>
                  </a:lnTo>
                  <a:lnTo>
                    <a:pt x="27" y="357"/>
                  </a:lnTo>
                  <a:lnTo>
                    <a:pt x="24" y="349"/>
                  </a:lnTo>
                  <a:lnTo>
                    <a:pt x="21" y="341"/>
                  </a:lnTo>
                  <a:lnTo>
                    <a:pt x="18" y="334"/>
                  </a:lnTo>
                  <a:lnTo>
                    <a:pt x="15" y="326"/>
                  </a:lnTo>
                  <a:lnTo>
                    <a:pt x="13" y="318"/>
                  </a:lnTo>
                  <a:lnTo>
                    <a:pt x="10" y="310"/>
                  </a:lnTo>
                  <a:lnTo>
                    <a:pt x="8" y="302"/>
                  </a:lnTo>
                  <a:lnTo>
                    <a:pt x="6" y="293"/>
                  </a:lnTo>
                  <a:lnTo>
                    <a:pt x="5" y="285"/>
                  </a:lnTo>
                  <a:lnTo>
                    <a:pt x="4" y="276"/>
                  </a:lnTo>
                  <a:lnTo>
                    <a:pt x="2" y="268"/>
                  </a:lnTo>
                  <a:lnTo>
                    <a:pt x="1" y="259"/>
                  </a:lnTo>
                  <a:lnTo>
                    <a:pt x="1" y="251"/>
                  </a:lnTo>
                  <a:lnTo>
                    <a:pt x="0" y="242"/>
                  </a:lnTo>
                  <a:lnTo>
                    <a:pt x="0" y="233"/>
                  </a:lnTo>
                  <a:lnTo>
                    <a:pt x="0" y="224"/>
                  </a:lnTo>
                  <a:close/>
                  <a:moveTo>
                    <a:pt x="0" y="224"/>
                  </a:moveTo>
                  <a:lnTo>
                    <a:pt x="0" y="224"/>
                  </a:lnTo>
                  <a:moveTo>
                    <a:pt x="116" y="3"/>
                  </a:moveTo>
                  <a:lnTo>
                    <a:pt x="111" y="8"/>
                  </a:lnTo>
                  <a:lnTo>
                    <a:pt x="116" y="8"/>
                  </a:lnTo>
                  <a:lnTo>
                    <a:pt x="112" y="12"/>
                  </a:lnTo>
                  <a:lnTo>
                    <a:pt x="107" y="16"/>
                  </a:lnTo>
                  <a:lnTo>
                    <a:pt x="103" y="20"/>
                  </a:lnTo>
                  <a:lnTo>
                    <a:pt x="99" y="25"/>
                  </a:lnTo>
                  <a:lnTo>
                    <a:pt x="95" y="30"/>
                  </a:lnTo>
                  <a:lnTo>
                    <a:pt x="90" y="34"/>
                  </a:lnTo>
                  <a:lnTo>
                    <a:pt x="86" y="39"/>
                  </a:lnTo>
                  <a:lnTo>
                    <a:pt x="82" y="44"/>
                  </a:lnTo>
                  <a:lnTo>
                    <a:pt x="77" y="50"/>
                  </a:lnTo>
                  <a:lnTo>
                    <a:pt x="73" y="55"/>
                  </a:lnTo>
                  <a:lnTo>
                    <a:pt x="69" y="61"/>
                  </a:lnTo>
                  <a:lnTo>
                    <a:pt x="64" y="66"/>
                  </a:lnTo>
                  <a:lnTo>
                    <a:pt x="60" y="72"/>
                  </a:lnTo>
                  <a:lnTo>
                    <a:pt x="56" y="78"/>
                  </a:lnTo>
                  <a:lnTo>
                    <a:pt x="52" y="85"/>
                  </a:lnTo>
                  <a:lnTo>
                    <a:pt x="48" y="91"/>
                  </a:lnTo>
                  <a:lnTo>
                    <a:pt x="45" y="98"/>
                  </a:lnTo>
                  <a:lnTo>
                    <a:pt x="41" y="105"/>
                  </a:lnTo>
                  <a:lnTo>
                    <a:pt x="38" y="112"/>
                  </a:lnTo>
                  <a:lnTo>
                    <a:pt x="34" y="119"/>
                  </a:lnTo>
                  <a:lnTo>
                    <a:pt x="31" y="127"/>
                  </a:lnTo>
                  <a:lnTo>
                    <a:pt x="28" y="135"/>
                  </a:lnTo>
                  <a:lnTo>
                    <a:pt x="25" y="143"/>
                  </a:lnTo>
                  <a:lnTo>
                    <a:pt x="22" y="151"/>
                  </a:lnTo>
                  <a:lnTo>
                    <a:pt x="19" y="159"/>
                  </a:lnTo>
                  <a:lnTo>
                    <a:pt x="17" y="168"/>
                  </a:lnTo>
                  <a:lnTo>
                    <a:pt x="15" y="177"/>
                  </a:lnTo>
                  <a:lnTo>
                    <a:pt x="13" y="186"/>
                  </a:lnTo>
                  <a:lnTo>
                    <a:pt x="11" y="195"/>
                  </a:lnTo>
                  <a:lnTo>
                    <a:pt x="10" y="205"/>
                  </a:lnTo>
                  <a:lnTo>
                    <a:pt x="8" y="215"/>
                  </a:lnTo>
                  <a:lnTo>
                    <a:pt x="7" y="225"/>
                  </a:lnTo>
                  <a:lnTo>
                    <a:pt x="0" y="224"/>
                  </a:lnTo>
                  <a:lnTo>
                    <a:pt x="1" y="214"/>
                  </a:lnTo>
                  <a:lnTo>
                    <a:pt x="2" y="204"/>
                  </a:lnTo>
                  <a:lnTo>
                    <a:pt x="4" y="194"/>
                  </a:lnTo>
                  <a:lnTo>
                    <a:pt x="6" y="184"/>
                  </a:lnTo>
                  <a:lnTo>
                    <a:pt x="8" y="175"/>
                  </a:lnTo>
                  <a:lnTo>
                    <a:pt x="10" y="166"/>
                  </a:lnTo>
                  <a:lnTo>
                    <a:pt x="12" y="157"/>
                  </a:lnTo>
                  <a:lnTo>
                    <a:pt x="15" y="149"/>
                  </a:lnTo>
                  <a:lnTo>
                    <a:pt x="18" y="140"/>
                  </a:lnTo>
                  <a:lnTo>
                    <a:pt x="21" y="132"/>
                  </a:lnTo>
                  <a:lnTo>
                    <a:pt x="24" y="124"/>
                  </a:lnTo>
                  <a:lnTo>
                    <a:pt x="27" y="116"/>
                  </a:lnTo>
                  <a:lnTo>
                    <a:pt x="31" y="109"/>
                  </a:lnTo>
                  <a:lnTo>
                    <a:pt x="34" y="102"/>
                  </a:lnTo>
                  <a:lnTo>
                    <a:pt x="38" y="95"/>
                  </a:lnTo>
                  <a:lnTo>
                    <a:pt x="42" y="88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8"/>
                  </a:lnTo>
                  <a:lnTo>
                    <a:pt x="58" y="62"/>
                  </a:lnTo>
                  <a:lnTo>
                    <a:pt x="63" y="56"/>
                  </a:lnTo>
                  <a:lnTo>
                    <a:pt x="67" y="50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80" y="34"/>
                  </a:lnTo>
                  <a:lnTo>
                    <a:pt x="85" y="29"/>
                  </a:lnTo>
                  <a:lnTo>
                    <a:pt x="89" y="24"/>
                  </a:lnTo>
                  <a:lnTo>
                    <a:pt x="93" y="20"/>
                  </a:lnTo>
                  <a:lnTo>
                    <a:pt x="98" y="15"/>
                  </a:lnTo>
                  <a:lnTo>
                    <a:pt x="102" y="11"/>
                  </a:lnTo>
                  <a:lnTo>
                    <a:pt x="106" y="7"/>
                  </a:lnTo>
                  <a:lnTo>
                    <a:pt x="111" y="3"/>
                  </a:lnTo>
                  <a:lnTo>
                    <a:pt x="116" y="3"/>
                  </a:lnTo>
                  <a:close/>
                  <a:moveTo>
                    <a:pt x="111" y="3"/>
                  </a:moveTo>
                  <a:lnTo>
                    <a:pt x="113" y="0"/>
                  </a:lnTo>
                  <a:lnTo>
                    <a:pt x="116" y="3"/>
                  </a:lnTo>
                  <a:lnTo>
                    <a:pt x="111" y="3"/>
                  </a:lnTo>
                  <a:close/>
                  <a:moveTo>
                    <a:pt x="227" y="224"/>
                  </a:moveTo>
                  <a:lnTo>
                    <a:pt x="219" y="224"/>
                  </a:lnTo>
                  <a:lnTo>
                    <a:pt x="219" y="225"/>
                  </a:lnTo>
                  <a:lnTo>
                    <a:pt x="218" y="215"/>
                  </a:lnTo>
                  <a:lnTo>
                    <a:pt x="217" y="205"/>
                  </a:lnTo>
                  <a:lnTo>
                    <a:pt x="216" y="195"/>
                  </a:lnTo>
                  <a:lnTo>
                    <a:pt x="214" y="186"/>
                  </a:lnTo>
                  <a:lnTo>
                    <a:pt x="212" y="177"/>
                  </a:lnTo>
                  <a:lnTo>
                    <a:pt x="210" y="168"/>
                  </a:lnTo>
                  <a:lnTo>
                    <a:pt x="207" y="159"/>
                  </a:lnTo>
                  <a:lnTo>
                    <a:pt x="205" y="151"/>
                  </a:lnTo>
                  <a:lnTo>
                    <a:pt x="202" y="143"/>
                  </a:lnTo>
                  <a:lnTo>
                    <a:pt x="199" y="135"/>
                  </a:lnTo>
                  <a:lnTo>
                    <a:pt x="196" y="127"/>
                  </a:lnTo>
                  <a:lnTo>
                    <a:pt x="192" y="119"/>
                  </a:lnTo>
                  <a:lnTo>
                    <a:pt x="189" y="112"/>
                  </a:lnTo>
                  <a:lnTo>
                    <a:pt x="186" y="105"/>
                  </a:lnTo>
                  <a:lnTo>
                    <a:pt x="182" y="98"/>
                  </a:lnTo>
                  <a:lnTo>
                    <a:pt x="178" y="91"/>
                  </a:lnTo>
                  <a:lnTo>
                    <a:pt x="174" y="85"/>
                  </a:lnTo>
                  <a:lnTo>
                    <a:pt x="170" y="78"/>
                  </a:lnTo>
                  <a:lnTo>
                    <a:pt x="166" y="72"/>
                  </a:lnTo>
                  <a:lnTo>
                    <a:pt x="162" y="66"/>
                  </a:lnTo>
                  <a:lnTo>
                    <a:pt x="158" y="61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5" y="44"/>
                  </a:lnTo>
                  <a:lnTo>
                    <a:pt x="141" y="39"/>
                  </a:lnTo>
                  <a:lnTo>
                    <a:pt x="136" y="34"/>
                  </a:lnTo>
                  <a:lnTo>
                    <a:pt x="132" y="30"/>
                  </a:lnTo>
                  <a:lnTo>
                    <a:pt x="128" y="25"/>
                  </a:lnTo>
                  <a:lnTo>
                    <a:pt x="123" y="20"/>
                  </a:lnTo>
                  <a:lnTo>
                    <a:pt x="119" y="16"/>
                  </a:lnTo>
                  <a:lnTo>
                    <a:pt x="115" y="12"/>
                  </a:lnTo>
                  <a:lnTo>
                    <a:pt x="111" y="8"/>
                  </a:lnTo>
                  <a:lnTo>
                    <a:pt x="116" y="3"/>
                  </a:lnTo>
                  <a:lnTo>
                    <a:pt x="120" y="7"/>
                  </a:lnTo>
                  <a:lnTo>
                    <a:pt x="124" y="11"/>
                  </a:lnTo>
                  <a:lnTo>
                    <a:pt x="129" y="15"/>
                  </a:lnTo>
                  <a:lnTo>
                    <a:pt x="133" y="20"/>
                  </a:lnTo>
                  <a:lnTo>
                    <a:pt x="138" y="24"/>
                  </a:lnTo>
                  <a:lnTo>
                    <a:pt x="142" y="29"/>
                  </a:lnTo>
                  <a:lnTo>
                    <a:pt x="146" y="34"/>
                  </a:lnTo>
                  <a:lnTo>
                    <a:pt x="151" y="40"/>
                  </a:lnTo>
                  <a:lnTo>
                    <a:pt x="155" y="45"/>
                  </a:lnTo>
                  <a:lnTo>
                    <a:pt x="160" y="50"/>
                  </a:lnTo>
                  <a:lnTo>
                    <a:pt x="164" y="56"/>
                  </a:lnTo>
                  <a:lnTo>
                    <a:pt x="168" y="62"/>
                  </a:lnTo>
                  <a:lnTo>
                    <a:pt x="172" y="68"/>
                  </a:lnTo>
                  <a:lnTo>
                    <a:pt x="176" y="74"/>
                  </a:lnTo>
                  <a:lnTo>
                    <a:pt x="181" y="81"/>
                  </a:lnTo>
                  <a:lnTo>
                    <a:pt x="185" y="88"/>
                  </a:lnTo>
                  <a:lnTo>
                    <a:pt x="188" y="95"/>
                  </a:lnTo>
                  <a:lnTo>
                    <a:pt x="192" y="102"/>
                  </a:lnTo>
                  <a:lnTo>
                    <a:pt x="196" y="109"/>
                  </a:lnTo>
                  <a:lnTo>
                    <a:pt x="199" y="116"/>
                  </a:lnTo>
                  <a:lnTo>
                    <a:pt x="203" y="124"/>
                  </a:lnTo>
                  <a:lnTo>
                    <a:pt x="206" y="132"/>
                  </a:lnTo>
                  <a:lnTo>
                    <a:pt x="209" y="140"/>
                  </a:lnTo>
                  <a:lnTo>
                    <a:pt x="212" y="149"/>
                  </a:lnTo>
                  <a:lnTo>
                    <a:pt x="214" y="157"/>
                  </a:lnTo>
                  <a:lnTo>
                    <a:pt x="217" y="166"/>
                  </a:lnTo>
                  <a:lnTo>
                    <a:pt x="219" y="175"/>
                  </a:lnTo>
                  <a:lnTo>
                    <a:pt x="221" y="184"/>
                  </a:lnTo>
                  <a:lnTo>
                    <a:pt x="223" y="194"/>
                  </a:lnTo>
                  <a:lnTo>
                    <a:pt x="224" y="204"/>
                  </a:lnTo>
                  <a:lnTo>
                    <a:pt x="226" y="214"/>
                  </a:lnTo>
                  <a:lnTo>
                    <a:pt x="227" y="224"/>
                  </a:lnTo>
                  <a:close/>
                  <a:moveTo>
                    <a:pt x="227" y="224"/>
                  </a:moveTo>
                  <a:lnTo>
                    <a:pt x="227" y="224"/>
                  </a:lnTo>
                  <a:lnTo>
                    <a:pt x="227" y="224"/>
                  </a:lnTo>
                  <a:close/>
                  <a:moveTo>
                    <a:pt x="145" y="420"/>
                  </a:moveTo>
                  <a:lnTo>
                    <a:pt x="148" y="417"/>
                  </a:lnTo>
                  <a:lnTo>
                    <a:pt x="154" y="411"/>
                  </a:lnTo>
                  <a:lnTo>
                    <a:pt x="159" y="406"/>
                  </a:lnTo>
                  <a:lnTo>
                    <a:pt x="164" y="400"/>
                  </a:lnTo>
                  <a:lnTo>
                    <a:pt x="169" y="394"/>
                  </a:lnTo>
                  <a:lnTo>
                    <a:pt x="173" y="387"/>
                  </a:lnTo>
                  <a:lnTo>
                    <a:pt x="178" y="381"/>
                  </a:lnTo>
                  <a:lnTo>
                    <a:pt x="182" y="374"/>
                  </a:lnTo>
                  <a:lnTo>
                    <a:pt x="186" y="367"/>
                  </a:lnTo>
                  <a:lnTo>
                    <a:pt x="189" y="361"/>
                  </a:lnTo>
                  <a:lnTo>
                    <a:pt x="193" y="353"/>
                  </a:lnTo>
                  <a:lnTo>
                    <a:pt x="196" y="346"/>
                  </a:lnTo>
                  <a:lnTo>
                    <a:pt x="199" y="339"/>
                  </a:lnTo>
                  <a:lnTo>
                    <a:pt x="202" y="331"/>
                  </a:lnTo>
                  <a:lnTo>
                    <a:pt x="205" y="324"/>
                  </a:lnTo>
                  <a:lnTo>
                    <a:pt x="207" y="316"/>
                  </a:lnTo>
                  <a:lnTo>
                    <a:pt x="209" y="308"/>
                  </a:lnTo>
                  <a:lnTo>
                    <a:pt x="211" y="300"/>
                  </a:lnTo>
                  <a:lnTo>
                    <a:pt x="213" y="292"/>
                  </a:lnTo>
                  <a:lnTo>
                    <a:pt x="214" y="284"/>
                  </a:lnTo>
                  <a:lnTo>
                    <a:pt x="216" y="275"/>
                  </a:lnTo>
                  <a:lnTo>
                    <a:pt x="217" y="267"/>
                  </a:lnTo>
                  <a:lnTo>
                    <a:pt x="218" y="259"/>
                  </a:lnTo>
                  <a:lnTo>
                    <a:pt x="219" y="250"/>
                  </a:lnTo>
                  <a:lnTo>
                    <a:pt x="219" y="242"/>
                  </a:lnTo>
                  <a:lnTo>
                    <a:pt x="219" y="233"/>
                  </a:lnTo>
                  <a:lnTo>
                    <a:pt x="219" y="224"/>
                  </a:lnTo>
                  <a:lnTo>
                    <a:pt x="227" y="224"/>
                  </a:lnTo>
                  <a:lnTo>
                    <a:pt x="227" y="233"/>
                  </a:lnTo>
                  <a:lnTo>
                    <a:pt x="226" y="242"/>
                  </a:lnTo>
                  <a:lnTo>
                    <a:pt x="226" y="251"/>
                  </a:lnTo>
                  <a:lnTo>
                    <a:pt x="225" y="259"/>
                  </a:lnTo>
                  <a:lnTo>
                    <a:pt x="224" y="268"/>
                  </a:lnTo>
                  <a:lnTo>
                    <a:pt x="223" y="276"/>
                  </a:lnTo>
                  <a:lnTo>
                    <a:pt x="222" y="285"/>
                  </a:lnTo>
                  <a:lnTo>
                    <a:pt x="220" y="293"/>
                  </a:lnTo>
                  <a:lnTo>
                    <a:pt x="218" y="302"/>
                  </a:lnTo>
                  <a:lnTo>
                    <a:pt x="216" y="310"/>
                  </a:lnTo>
                  <a:lnTo>
                    <a:pt x="214" y="318"/>
                  </a:lnTo>
                  <a:lnTo>
                    <a:pt x="212" y="326"/>
                  </a:lnTo>
                  <a:lnTo>
                    <a:pt x="209" y="334"/>
                  </a:lnTo>
                  <a:lnTo>
                    <a:pt x="206" y="341"/>
                  </a:lnTo>
                  <a:lnTo>
                    <a:pt x="203" y="349"/>
                  </a:lnTo>
                  <a:lnTo>
                    <a:pt x="199" y="357"/>
                  </a:lnTo>
                  <a:lnTo>
                    <a:pt x="196" y="364"/>
                  </a:lnTo>
                  <a:lnTo>
                    <a:pt x="192" y="371"/>
                  </a:lnTo>
                  <a:lnTo>
                    <a:pt x="188" y="378"/>
                  </a:lnTo>
                  <a:lnTo>
                    <a:pt x="184" y="385"/>
                  </a:lnTo>
                  <a:lnTo>
                    <a:pt x="179" y="392"/>
                  </a:lnTo>
                  <a:lnTo>
                    <a:pt x="175" y="398"/>
                  </a:lnTo>
                  <a:lnTo>
                    <a:pt x="170" y="404"/>
                  </a:lnTo>
                  <a:lnTo>
                    <a:pt x="165" y="411"/>
                  </a:lnTo>
                  <a:lnTo>
                    <a:pt x="159" y="416"/>
                  </a:lnTo>
                  <a:lnTo>
                    <a:pt x="154" y="422"/>
                  </a:lnTo>
                  <a:lnTo>
                    <a:pt x="148" y="428"/>
                  </a:lnTo>
                  <a:lnTo>
                    <a:pt x="147" y="428"/>
                  </a:lnTo>
                  <a:cubicBezTo>
                    <a:pt x="147" y="425"/>
                    <a:pt x="146" y="423"/>
                    <a:pt x="145" y="420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4"/>
            <p:cNvSpPr/>
            <p:nvPr/>
          </p:nvSpPr>
          <p:spPr>
            <a:xfrm>
              <a:off x="4254357" y="1656175"/>
              <a:ext cx="1189037" cy="571500"/>
            </a:xfrm>
            <a:custGeom>
              <a:rect b="b" l="l" r="r" t="t"/>
              <a:pathLst>
                <a:path extrusionOk="0" h="353" w="731">
                  <a:moveTo>
                    <a:pt x="368" y="238"/>
                  </a:moveTo>
                  <a:lnTo>
                    <a:pt x="368" y="238"/>
                  </a:lnTo>
                  <a:cubicBezTo>
                    <a:pt x="369" y="237"/>
                    <a:pt x="370" y="236"/>
                    <a:pt x="371" y="236"/>
                  </a:cubicBezTo>
                  <a:lnTo>
                    <a:pt x="371" y="236"/>
                  </a:lnTo>
                  <a:cubicBezTo>
                    <a:pt x="370" y="236"/>
                    <a:pt x="369" y="237"/>
                    <a:pt x="368" y="238"/>
                  </a:cubicBezTo>
                  <a:close/>
                  <a:moveTo>
                    <a:pt x="365" y="353"/>
                  </a:moveTo>
                  <a:lnTo>
                    <a:pt x="367" y="351"/>
                  </a:lnTo>
                  <a:lnTo>
                    <a:pt x="369" y="348"/>
                  </a:lnTo>
                  <a:lnTo>
                    <a:pt x="373" y="345"/>
                  </a:lnTo>
                  <a:lnTo>
                    <a:pt x="373" y="345"/>
                  </a:lnTo>
                  <a:lnTo>
                    <a:pt x="378" y="340"/>
                  </a:lnTo>
                  <a:lnTo>
                    <a:pt x="387" y="332"/>
                  </a:lnTo>
                  <a:lnTo>
                    <a:pt x="395" y="324"/>
                  </a:lnTo>
                  <a:lnTo>
                    <a:pt x="403" y="317"/>
                  </a:lnTo>
                  <a:lnTo>
                    <a:pt x="411" y="311"/>
                  </a:lnTo>
                  <a:lnTo>
                    <a:pt x="419" y="305"/>
                  </a:lnTo>
                  <a:lnTo>
                    <a:pt x="426" y="300"/>
                  </a:lnTo>
                  <a:lnTo>
                    <a:pt x="434" y="296"/>
                  </a:lnTo>
                  <a:lnTo>
                    <a:pt x="441" y="292"/>
                  </a:lnTo>
                  <a:lnTo>
                    <a:pt x="449" y="288"/>
                  </a:lnTo>
                  <a:lnTo>
                    <a:pt x="456" y="286"/>
                  </a:lnTo>
                  <a:lnTo>
                    <a:pt x="463" y="283"/>
                  </a:lnTo>
                  <a:lnTo>
                    <a:pt x="470" y="281"/>
                  </a:lnTo>
                  <a:lnTo>
                    <a:pt x="477" y="280"/>
                  </a:lnTo>
                  <a:lnTo>
                    <a:pt x="483" y="279"/>
                  </a:lnTo>
                  <a:lnTo>
                    <a:pt x="490" y="279"/>
                  </a:lnTo>
                  <a:lnTo>
                    <a:pt x="496" y="279"/>
                  </a:lnTo>
                  <a:lnTo>
                    <a:pt x="503" y="279"/>
                  </a:lnTo>
                  <a:lnTo>
                    <a:pt x="509" y="280"/>
                  </a:lnTo>
                  <a:lnTo>
                    <a:pt x="515" y="281"/>
                  </a:lnTo>
                  <a:lnTo>
                    <a:pt x="521" y="283"/>
                  </a:lnTo>
                  <a:lnTo>
                    <a:pt x="527" y="285"/>
                  </a:lnTo>
                  <a:lnTo>
                    <a:pt x="533" y="288"/>
                  </a:lnTo>
                  <a:lnTo>
                    <a:pt x="539" y="291"/>
                  </a:lnTo>
                  <a:lnTo>
                    <a:pt x="545" y="294"/>
                  </a:lnTo>
                  <a:lnTo>
                    <a:pt x="551" y="298"/>
                  </a:lnTo>
                  <a:lnTo>
                    <a:pt x="556" y="302"/>
                  </a:lnTo>
                  <a:lnTo>
                    <a:pt x="562" y="307"/>
                  </a:lnTo>
                  <a:lnTo>
                    <a:pt x="567" y="312"/>
                  </a:lnTo>
                  <a:lnTo>
                    <a:pt x="573" y="317"/>
                  </a:lnTo>
                  <a:lnTo>
                    <a:pt x="578" y="323"/>
                  </a:lnTo>
                  <a:lnTo>
                    <a:pt x="583" y="329"/>
                  </a:lnTo>
                  <a:lnTo>
                    <a:pt x="589" y="324"/>
                  </a:lnTo>
                  <a:lnTo>
                    <a:pt x="584" y="318"/>
                  </a:lnTo>
                  <a:lnTo>
                    <a:pt x="578" y="312"/>
                  </a:lnTo>
                  <a:lnTo>
                    <a:pt x="572" y="306"/>
                  </a:lnTo>
                  <a:lnTo>
                    <a:pt x="567" y="301"/>
                  </a:lnTo>
                  <a:lnTo>
                    <a:pt x="561" y="297"/>
                  </a:lnTo>
                  <a:lnTo>
                    <a:pt x="555" y="292"/>
                  </a:lnTo>
                  <a:lnTo>
                    <a:pt x="549" y="288"/>
                  </a:lnTo>
                  <a:lnTo>
                    <a:pt x="543" y="285"/>
                  </a:lnTo>
                  <a:lnTo>
                    <a:pt x="536" y="281"/>
                  </a:lnTo>
                  <a:lnTo>
                    <a:pt x="530" y="279"/>
                  </a:lnTo>
                  <a:lnTo>
                    <a:pt x="524" y="276"/>
                  </a:lnTo>
                  <a:lnTo>
                    <a:pt x="517" y="274"/>
                  </a:lnTo>
                  <a:lnTo>
                    <a:pt x="510" y="273"/>
                  </a:lnTo>
                  <a:lnTo>
                    <a:pt x="504" y="272"/>
                  </a:lnTo>
                  <a:lnTo>
                    <a:pt x="497" y="271"/>
                  </a:lnTo>
                  <a:lnTo>
                    <a:pt x="490" y="271"/>
                  </a:lnTo>
                  <a:lnTo>
                    <a:pt x="483" y="272"/>
                  </a:lnTo>
                  <a:lnTo>
                    <a:pt x="475" y="273"/>
                  </a:lnTo>
                  <a:lnTo>
                    <a:pt x="468" y="274"/>
                  </a:lnTo>
                  <a:lnTo>
                    <a:pt x="461" y="276"/>
                  </a:lnTo>
                  <a:lnTo>
                    <a:pt x="453" y="279"/>
                  </a:lnTo>
                  <a:lnTo>
                    <a:pt x="446" y="282"/>
                  </a:lnTo>
                  <a:lnTo>
                    <a:pt x="438" y="285"/>
                  </a:lnTo>
                  <a:lnTo>
                    <a:pt x="430" y="289"/>
                  </a:lnTo>
                  <a:lnTo>
                    <a:pt x="423" y="294"/>
                  </a:lnTo>
                  <a:lnTo>
                    <a:pt x="415" y="299"/>
                  </a:lnTo>
                  <a:lnTo>
                    <a:pt x="406" y="305"/>
                  </a:lnTo>
                  <a:lnTo>
                    <a:pt x="398" y="312"/>
                  </a:lnTo>
                  <a:lnTo>
                    <a:pt x="390" y="319"/>
                  </a:lnTo>
                  <a:lnTo>
                    <a:pt x="381" y="326"/>
                  </a:lnTo>
                  <a:lnTo>
                    <a:pt x="373" y="334"/>
                  </a:lnTo>
                  <a:lnTo>
                    <a:pt x="371" y="337"/>
                  </a:lnTo>
                  <a:lnTo>
                    <a:pt x="370" y="338"/>
                  </a:lnTo>
                  <a:lnTo>
                    <a:pt x="371" y="339"/>
                  </a:lnTo>
                  <a:lnTo>
                    <a:pt x="371" y="305"/>
                  </a:lnTo>
                  <a:lnTo>
                    <a:pt x="371" y="304"/>
                  </a:lnTo>
                  <a:lnTo>
                    <a:pt x="373" y="303"/>
                  </a:lnTo>
                  <a:lnTo>
                    <a:pt x="374" y="302"/>
                  </a:lnTo>
                  <a:lnTo>
                    <a:pt x="376" y="300"/>
                  </a:lnTo>
                  <a:lnTo>
                    <a:pt x="378" y="299"/>
                  </a:lnTo>
                  <a:lnTo>
                    <a:pt x="379" y="297"/>
                  </a:lnTo>
                  <a:lnTo>
                    <a:pt x="381" y="295"/>
                  </a:lnTo>
                  <a:lnTo>
                    <a:pt x="382" y="293"/>
                  </a:lnTo>
                  <a:lnTo>
                    <a:pt x="383" y="291"/>
                  </a:lnTo>
                  <a:lnTo>
                    <a:pt x="384" y="289"/>
                  </a:lnTo>
                  <a:lnTo>
                    <a:pt x="385" y="286"/>
                  </a:lnTo>
                  <a:lnTo>
                    <a:pt x="386" y="284"/>
                  </a:lnTo>
                  <a:lnTo>
                    <a:pt x="387" y="282"/>
                  </a:lnTo>
                  <a:lnTo>
                    <a:pt x="388" y="279"/>
                  </a:lnTo>
                  <a:lnTo>
                    <a:pt x="388" y="277"/>
                  </a:lnTo>
                  <a:lnTo>
                    <a:pt x="389" y="274"/>
                  </a:lnTo>
                  <a:lnTo>
                    <a:pt x="389" y="271"/>
                  </a:lnTo>
                  <a:lnTo>
                    <a:pt x="388" y="269"/>
                  </a:lnTo>
                  <a:lnTo>
                    <a:pt x="388" y="266"/>
                  </a:lnTo>
                  <a:lnTo>
                    <a:pt x="388" y="263"/>
                  </a:lnTo>
                  <a:lnTo>
                    <a:pt x="387" y="260"/>
                  </a:lnTo>
                  <a:lnTo>
                    <a:pt x="386" y="258"/>
                  </a:lnTo>
                  <a:lnTo>
                    <a:pt x="384" y="255"/>
                  </a:lnTo>
                  <a:lnTo>
                    <a:pt x="383" y="252"/>
                  </a:lnTo>
                  <a:lnTo>
                    <a:pt x="381" y="249"/>
                  </a:lnTo>
                  <a:lnTo>
                    <a:pt x="378" y="247"/>
                  </a:lnTo>
                  <a:lnTo>
                    <a:pt x="376" y="244"/>
                  </a:lnTo>
                  <a:lnTo>
                    <a:pt x="373" y="242"/>
                  </a:lnTo>
                  <a:lnTo>
                    <a:pt x="370" y="239"/>
                  </a:lnTo>
                  <a:lnTo>
                    <a:pt x="366" y="237"/>
                  </a:lnTo>
                  <a:lnTo>
                    <a:pt x="362" y="237"/>
                  </a:lnTo>
                  <a:lnTo>
                    <a:pt x="366" y="243"/>
                  </a:lnTo>
                  <a:lnTo>
                    <a:pt x="362" y="243"/>
                  </a:lnTo>
                  <a:lnTo>
                    <a:pt x="365" y="245"/>
                  </a:lnTo>
                  <a:lnTo>
                    <a:pt x="368" y="247"/>
                  </a:lnTo>
                  <a:lnTo>
                    <a:pt x="371" y="249"/>
                  </a:lnTo>
                  <a:lnTo>
                    <a:pt x="373" y="252"/>
                  </a:lnTo>
                  <a:lnTo>
                    <a:pt x="375" y="254"/>
                  </a:lnTo>
                  <a:lnTo>
                    <a:pt x="376" y="256"/>
                  </a:lnTo>
                  <a:lnTo>
                    <a:pt x="378" y="258"/>
                  </a:lnTo>
                  <a:lnTo>
                    <a:pt x="379" y="261"/>
                  </a:lnTo>
                  <a:lnTo>
                    <a:pt x="380" y="263"/>
                  </a:lnTo>
                  <a:lnTo>
                    <a:pt x="380" y="265"/>
                  </a:lnTo>
                  <a:lnTo>
                    <a:pt x="381" y="267"/>
                  </a:lnTo>
                  <a:lnTo>
                    <a:pt x="381" y="269"/>
                  </a:lnTo>
                  <a:lnTo>
                    <a:pt x="381" y="271"/>
                  </a:lnTo>
                  <a:lnTo>
                    <a:pt x="381" y="273"/>
                  </a:lnTo>
                  <a:lnTo>
                    <a:pt x="381" y="275"/>
                  </a:lnTo>
                  <a:lnTo>
                    <a:pt x="381" y="278"/>
                  </a:lnTo>
                  <a:lnTo>
                    <a:pt x="380" y="280"/>
                  </a:lnTo>
                  <a:lnTo>
                    <a:pt x="379" y="281"/>
                  </a:lnTo>
                  <a:lnTo>
                    <a:pt x="379" y="283"/>
                  </a:lnTo>
                  <a:lnTo>
                    <a:pt x="378" y="285"/>
                  </a:lnTo>
                  <a:lnTo>
                    <a:pt x="377" y="287"/>
                  </a:lnTo>
                  <a:lnTo>
                    <a:pt x="376" y="289"/>
                  </a:lnTo>
                  <a:lnTo>
                    <a:pt x="375" y="291"/>
                  </a:lnTo>
                  <a:lnTo>
                    <a:pt x="373" y="292"/>
                  </a:lnTo>
                  <a:lnTo>
                    <a:pt x="372" y="294"/>
                  </a:lnTo>
                  <a:lnTo>
                    <a:pt x="371" y="295"/>
                  </a:lnTo>
                  <a:lnTo>
                    <a:pt x="369" y="296"/>
                  </a:lnTo>
                  <a:lnTo>
                    <a:pt x="368" y="297"/>
                  </a:lnTo>
                  <a:lnTo>
                    <a:pt x="367" y="298"/>
                  </a:lnTo>
                  <a:lnTo>
                    <a:pt x="365" y="299"/>
                  </a:lnTo>
                  <a:lnTo>
                    <a:pt x="364" y="300"/>
                  </a:lnTo>
                  <a:lnTo>
                    <a:pt x="363" y="303"/>
                  </a:lnTo>
                  <a:lnTo>
                    <a:pt x="363" y="303"/>
                  </a:lnTo>
                  <a:lnTo>
                    <a:pt x="369" y="336"/>
                  </a:lnTo>
                  <a:lnTo>
                    <a:pt x="369" y="336"/>
                  </a:lnTo>
                  <a:lnTo>
                    <a:pt x="365" y="300"/>
                  </a:lnTo>
                  <a:lnTo>
                    <a:pt x="362" y="298"/>
                  </a:lnTo>
                  <a:lnTo>
                    <a:pt x="361" y="297"/>
                  </a:lnTo>
                  <a:lnTo>
                    <a:pt x="359" y="296"/>
                  </a:lnTo>
                  <a:lnTo>
                    <a:pt x="358" y="295"/>
                  </a:lnTo>
                  <a:lnTo>
                    <a:pt x="356" y="294"/>
                  </a:lnTo>
                  <a:lnTo>
                    <a:pt x="355" y="292"/>
                  </a:lnTo>
                  <a:lnTo>
                    <a:pt x="354" y="291"/>
                  </a:lnTo>
                  <a:lnTo>
                    <a:pt x="353" y="289"/>
                  </a:lnTo>
                  <a:lnTo>
                    <a:pt x="352" y="287"/>
                  </a:lnTo>
                  <a:lnTo>
                    <a:pt x="351" y="285"/>
                  </a:lnTo>
                  <a:lnTo>
                    <a:pt x="350" y="283"/>
                  </a:lnTo>
                  <a:lnTo>
                    <a:pt x="349" y="281"/>
                  </a:lnTo>
                  <a:lnTo>
                    <a:pt x="348" y="280"/>
                  </a:lnTo>
                  <a:lnTo>
                    <a:pt x="348" y="278"/>
                  </a:lnTo>
                  <a:lnTo>
                    <a:pt x="348" y="275"/>
                  </a:lnTo>
                  <a:lnTo>
                    <a:pt x="347" y="273"/>
                  </a:lnTo>
                  <a:lnTo>
                    <a:pt x="347" y="271"/>
                  </a:lnTo>
                  <a:lnTo>
                    <a:pt x="347" y="269"/>
                  </a:lnTo>
                  <a:lnTo>
                    <a:pt x="348" y="267"/>
                  </a:lnTo>
                  <a:lnTo>
                    <a:pt x="348" y="265"/>
                  </a:lnTo>
                  <a:lnTo>
                    <a:pt x="349" y="263"/>
                  </a:lnTo>
                  <a:lnTo>
                    <a:pt x="350" y="261"/>
                  </a:lnTo>
                  <a:lnTo>
                    <a:pt x="351" y="258"/>
                  </a:lnTo>
                  <a:lnTo>
                    <a:pt x="352" y="256"/>
                  </a:lnTo>
                  <a:lnTo>
                    <a:pt x="354" y="254"/>
                  </a:lnTo>
                  <a:lnTo>
                    <a:pt x="356" y="252"/>
                  </a:lnTo>
                  <a:lnTo>
                    <a:pt x="358" y="249"/>
                  </a:lnTo>
                  <a:lnTo>
                    <a:pt x="360" y="247"/>
                  </a:lnTo>
                  <a:lnTo>
                    <a:pt x="363" y="245"/>
                  </a:lnTo>
                  <a:lnTo>
                    <a:pt x="366" y="243"/>
                  </a:lnTo>
                  <a:lnTo>
                    <a:pt x="362" y="237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61" y="238"/>
                  </a:lnTo>
                  <a:lnTo>
                    <a:pt x="359" y="239"/>
                  </a:lnTo>
                  <a:lnTo>
                    <a:pt x="356" y="242"/>
                  </a:lnTo>
                  <a:lnTo>
                    <a:pt x="353" y="244"/>
                  </a:lnTo>
                  <a:lnTo>
                    <a:pt x="350" y="247"/>
                  </a:lnTo>
                  <a:lnTo>
                    <a:pt x="348" y="249"/>
                  </a:lnTo>
                  <a:lnTo>
                    <a:pt x="346" y="252"/>
                  </a:lnTo>
                  <a:lnTo>
                    <a:pt x="344" y="255"/>
                  </a:lnTo>
                  <a:lnTo>
                    <a:pt x="343" y="258"/>
                  </a:lnTo>
                  <a:lnTo>
                    <a:pt x="342" y="260"/>
                  </a:lnTo>
                  <a:lnTo>
                    <a:pt x="341" y="263"/>
                  </a:lnTo>
                  <a:lnTo>
                    <a:pt x="340" y="266"/>
                  </a:lnTo>
                  <a:lnTo>
                    <a:pt x="340" y="269"/>
                  </a:lnTo>
                  <a:lnTo>
                    <a:pt x="340" y="271"/>
                  </a:lnTo>
                  <a:lnTo>
                    <a:pt x="340" y="274"/>
                  </a:lnTo>
                  <a:lnTo>
                    <a:pt x="340" y="277"/>
                  </a:lnTo>
                  <a:lnTo>
                    <a:pt x="341" y="279"/>
                  </a:lnTo>
                  <a:lnTo>
                    <a:pt x="341" y="282"/>
                  </a:lnTo>
                  <a:lnTo>
                    <a:pt x="342" y="284"/>
                  </a:lnTo>
                  <a:lnTo>
                    <a:pt x="343" y="286"/>
                  </a:lnTo>
                  <a:lnTo>
                    <a:pt x="344" y="289"/>
                  </a:lnTo>
                  <a:lnTo>
                    <a:pt x="345" y="291"/>
                  </a:lnTo>
                  <a:lnTo>
                    <a:pt x="347" y="293"/>
                  </a:lnTo>
                  <a:lnTo>
                    <a:pt x="348" y="295"/>
                  </a:lnTo>
                  <a:lnTo>
                    <a:pt x="349" y="297"/>
                  </a:lnTo>
                  <a:lnTo>
                    <a:pt x="351" y="299"/>
                  </a:lnTo>
                  <a:lnTo>
                    <a:pt x="353" y="300"/>
                  </a:lnTo>
                  <a:lnTo>
                    <a:pt x="354" y="302"/>
                  </a:lnTo>
                  <a:lnTo>
                    <a:pt x="356" y="303"/>
                  </a:lnTo>
                  <a:lnTo>
                    <a:pt x="358" y="304"/>
                  </a:lnTo>
                  <a:lnTo>
                    <a:pt x="359" y="306"/>
                  </a:lnTo>
                  <a:lnTo>
                    <a:pt x="361" y="306"/>
                  </a:lnTo>
                  <a:lnTo>
                    <a:pt x="361" y="342"/>
                  </a:lnTo>
                  <a:lnTo>
                    <a:pt x="361" y="337"/>
                  </a:lnTo>
                  <a:lnTo>
                    <a:pt x="358" y="334"/>
                  </a:lnTo>
                  <a:lnTo>
                    <a:pt x="350" y="326"/>
                  </a:lnTo>
                  <a:lnTo>
                    <a:pt x="341" y="319"/>
                  </a:lnTo>
                  <a:lnTo>
                    <a:pt x="333" y="312"/>
                  </a:lnTo>
                  <a:lnTo>
                    <a:pt x="325" y="305"/>
                  </a:lnTo>
                  <a:lnTo>
                    <a:pt x="317" y="299"/>
                  </a:lnTo>
                  <a:lnTo>
                    <a:pt x="309" y="294"/>
                  </a:lnTo>
                  <a:lnTo>
                    <a:pt x="301" y="289"/>
                  </a:lnTo>
                  <a:lnTo>
                    <a:pt x="293" y="285"/>
                  </a:lnTo>
                  <a:lnTo>
                    <a:pt x="285" y="282"/>
                  </a:lnTo>
                  <a:lnTo>
                    <a:pt x="278" y="279"/>
                  </a:lnTo>
                  <a:lnTo>
                    <a:pt x="270" y="276"/>
                  </a:lnTo>
                  <a:lnTo>
                    <a:pt x="263" y="274"/>
                  </a:lnTo>
                  <a:lnTo>
                    <a:pt x="256" y="273"/>
                  </a:lnTo>
                  <a:lnTo>
                    <a:pt x="249" y="272"/>
                  </a:lnTo>
                  <a:lnTo>
                    <a:pt x="242" y="271"/>
                  </a:lnTo>
                  <a:lnTo>
                    <a:pt x="235" y="271"/>
                  </a:lnTo>
                  <a:lnTo>
                    <a:pt x="228" y="272"/>
                  </a:lnTo>
                  <a:lnTo>
                    <a:pt x="221" y="273"/>
                  </a:lnTo>
                  <a:lnTo>
                    <a:pt x="214" y="274"/>
                  </a:lnTo>
                  <a:lnTo>
                    <a:pt x="208" y="276"/>
                  </a:lnTo>
                  <a:lnTo>
                    <a:pt x="201" y="279"/>
                  </a:lnTo>
                  <a:lnTo>
                    <a:pt x="195" y="281"/>
                  </a:lnTo>
                  <a:lnTo>
                    <a:pt x="189" y="285"/>
                  </a:lnTo>
                  <a:lnTo>
                    <a:pt x="182" y="288"/>
                  </a:lnTo>
                  <a:lnTo>
                    <a:pt x="176" y="292"/>
                  </a:lnTo>
                  <a:lnTo>
                    <a:pt x="170" y="297"/>
                  </a:lnTo>
                  <a:lnTo>
                    <a:pt x="165" y="301"/>
                  </a:lnTo>
                  <a:lnTo>
                    <a:pt x="159" y="306"/>
                  </a:lnTo>
                  <a:lnTo>
                    <a:pt x="153" y="312"/>
                  </a:lnTo>
                  <a:lnTo>
                    <a:pt x="148" y="318"/>
                  </a:lnTo>
                  <a:lnTo>
                    <a:pt x="142" y="324"/>
                  </a:lnTo>
                  <a:lnTo>
                    <a:pt x="148" y="329"/>
                  </a:lnTo>
                  <a:lnTo>
                    <a:pt x="153" y="323"/>
                  </a:lnTo>
                  <a:lnTo>
                    <a:pt x="158" y="317"/>
                  </a:lnTo>
                  <a:lnTo>
                    <a:pt x="164" y="312"/>
                  </a:lnTo>
                  <a:lnTo>
                    <a:pt x="169" y="307"/>
                  </a:lnTo>
                  <a:lnTo>
                    <a:pt x="175" y="302"/>
                  </a:lnTo>
                  <a:lnTo>
                    <a:pt x="181" y="298"/>
                  </a:lnTo>
                  <a:lnTo>
                    <a:pt x="186" y="294"/>
                  </a:lnTo>
                  <a:lnTo>
                    <a:pt x="192" y="291"/>
                  </a:lnTo>
                  <a:lnTo>
                    <a:pt x="198" y="288"/>
                  </a:lnTo>
                  <a:lnTo>
                    <a:pt x="204" y="285"/>
                  </a:lnTo>
                  <a:lnTo>
                    <a:pt x="210" y="283"/>
                  </a:lnTo>
                  <a:lnTo>
                    <a:pt x="216" y="281"/>
                  </a:lnTo>
                  <a:lnTo>
                    <a:pt x="222" y="280"/>
                  </a:lnTo>
                  <a:lnTo>
                    <a:pt x="228" y="279"/>
                  </a:lnTo>
                  <a:lnTo>
                    <a:pt x="235" y="279"/>
                  </a:lnTo>
                  <a:lnTo>
                    <a:pt x="241" y="279"/>
                  </a:lnTo>
                  <a:lnTo>
                    <a:pt x="248" y="279"/>
                  </a:lnTo>
                  <a:lnTo>
                    <a:pt x="255" y="280"/>
                  </a:lnTo>
                  <a:lnTo>
                    <a:pt x="261" y="281"/>
                  </a:lnTo>
                  <a:lnTo>
                    <a:pt x="268" y="283"/>
                  </a:lnTo>
                  <a:lnTo>
                    <a:pt x="275" y="286"/>
                  </a:lnTo>
                  <a:lnTo>
                    <a:pt x="282" y="288"/>
                  </a:lnTo>
                  <a:lnTo>
                    <a:pt x="290" y="292"/>
                  </a:lnTo>
                  <a:lnTo>
                    <a:pt x="297" y="296"/>
                  </a:lnTo>
                  <a:lnTo>
                    <a:pt x="305" y="300"/>
                  </a:lnTo>
                  <a:lnTo>
                    <a:pt x="312" y="305"/>
                  </a:lnTo>
                  <a:lnTo>
                    <a:pt x="320" y="311"/>
                  </a:lnTo>
                  <a:lnTo>
                    <a:pt x="328" y="317"/>
                  </a:lnTo>
                  <a:lnTo>
                    <a:pt x="336" y="324"/>
                  </a:lnTo>
                  <a:lnTo>
                    <a:pt x="345" y="332"/>
                  </a:lnTo>
                  <a:lnTo>
                    <a:pt x="353" y="340"/>
                  </a:lnTo>
                  <a:lnTo>
                    <a:pt x="357" y="344"/>
                  </a:lnTo>
                  <a:lnTo>
                    <a:pt x="365" y="353"/>
                  </a:lnTo>
                  <a:close/>
                  <a:moveTo>
                    <a:pt x="361" y="237"/>
                  </a:moveTo>
                  <a:lnTo>
                    <a:pt x="361" y="237"/>
                  </a:lnTo>
                  <a:lnTo>
                    <a:pt x="361" y="237"/>
                  </a:lnTo>
                  <a:close/>
                  <a:moveTo>
                    <a:pt x="35" y="69"/>
                  </a:moveTo>
                  <a:lnTo>
                    <a:pt x="28" y="65"/>
                  </a:lnTo>
                  <a:lnTo>
                    <a:pt x="34" y="56"/>
                  </a:lnTo>
                  <a:lnTo>
                    <a:pt x="41" y="47"/>
                  </a:lnTo>
                  <a:lnTo>
                    <a:pt x="48" y="39"/>
                  </a:lnTo>
                  <a:lnTo>
                    <a:pt x="56" y="31"/>
                  </a:lnTo>
                  <a:lnTo>
                    <a:pt x="64" y="25"/>
                  </a:lnTo>
                  <a:lnTo>
                    <a:pt x="73" y="19"/>
                  </a:lnTo>
                  <a:lnTo>
                    <a:pt x="83" y="14"/>
                  </a:lnTo>
                  <a:lnTo>
                    <a:pt x="93" y="10"/>
                  </a:lnTo>
                  <a:lnTo>
                    <a:pt x="103" y="6"/>
                  </a:lnTo>
                  <a:lnTo>
                    <a:pt x="114" y="4"/>
                  </a:lnTo>
                  <a:lnTo>
                    <a:pt x="125" y="2"/>
                  </a:lnTo>
                  <a:lnTo>
                    <a:pt x="137" y="1"/>
                  </a:lnTo>
                  <a:lnTo>
                    <a:pt x="148" y="0"/>
                  </a:lnTo>
                  <a:lnTo>
                    <a:pt x="160" y="0"/>
                  </a:lnTo>
                  <a:lnTo>
                    <a:pt x="172" y="1"/>
                  </a:lnTo>
                  <a:lnTo>
                    <a:pt x="185" y="3"/>
                  </a:lnTo>
                  <a:lnTo>
                    <a:pt x="197" y="6"/>
                  </a:lnTo>
                  <a:lnTo>
                    <a:pt x="209" y="9"/>
                  </a:lnTo>
                  <a:lnTo>
                    <a:pt x="222" y="13"/>
                  </a:lnTo>
                  <a:lnTo>
                    <a:pt x="234" y="18"/>
                  </a:lnTo>
                  <a:lnTo>
                    <a:pt x="247" y="23"/>
                  </a:lnTo>
                  <a:lnTo>
                    <a:pt x="259" y="29"/>
                  </a:lnTo>
                  <a:lnTo>
                    <a:pt x="271" y="36"/>
                  </a:lnTo>
                  <a:lnTo>
                    <a:pt x="283" y="44"/>
                  </a:lnTo>
                  <a:lnTo>
                    <a:pt x="295" y="52"/>
                  </a:lnTo>
                  <a:lnTo>
                    <a:pt x="306" y="62"/>
                  </a:lnTo>
                  <a:lnTo>
                    <a:pt x="318" y="71"/>
                  </a:lnTo>
                  <a:lnTo>
                    <a:pt x="325" y="79"/>
                  </a:lnTo>
                  <a:cubicBezTo>
                    <a:pt x="325" y="82"/>
                    <a:pt x="324" y="85"/>
                    <a:pt x="324" y="88"/>
                  </a:cubicBezTo>
                  <a:lnTo>
                    <a:pt x="324" y="88"/>
                  </a:lnTo>
                  <a:lnTo>
                    <a:pt x="324" y="87"/>
                  </a:lnTo>
                  <a:cubicBezTo>
                    <a:pt x="306" y="67"/>
                    <a:pt x="285" y="50"/>
                    <a:pt x="262" y="38"/>
                  </a:cubicBezTo>
                  <a:lnTo>
                    <a:pt x="262" y="39"/>
                  </a:lnTo>
                  <a:lnTo>
                    <a:pt x="256" y="36"/>
                  </a:lnTo>
                  <a:lnTo>
                    <a:pt x="244" y="30"/>
                  </a:lnTo>
                  <a:lnTo>
                    <a:pt x="232" y="25"/>
                  </a:lnTo>
                  <a:lnTo>
                    <a:pt x="219" y="20"/>
                  </a:lnTo>
                  <a:lnTo>
                    <a:pt x="207" y="16"/>
                  </a:lnTo>
                  <a:lnTo>
                    <a:pt x="195" y="13"/>
                  </a:lnTo>
                  <a:lnTo>
                    <a:pt x="183" y="10"/>
                  </a:lnTo>
                  <a:lnTo>
                    <a:pt x="172" y="9"/>
                  </a:lnTo>
                  <a:lnTo>
                    <a:pt x="160" y="8"/>
                  </a:lnTo>
                  <a:lnTo>
                    <a:pt x="148" y="7"/>
                  </a:lnTo>
                  <a:lnTo>
                    <a:pt x="137" y="8"/>
                  </a:lnTo>
                  <a:lnTo>
                    <a:pt x="126" y="9"/>
                  </a:lnTo>
                  <a:lnTo>
                    <a:pt x="115" y="11"/>
                  </a:lnTo>
                  <a:lnTo>
                    <a:pt x="105" y="14"/>
                  </a:lnTo>
                  <a:lnTo>
                    <a:pt x="95" y="17"/>
                  </a:lnTo>
                  <a:lnTo>
                    <a:pt x="86" y="21"/>
                  </a:lnTo>
                  <a:lnTo>
                    <a:pt x="77" y="26"/>
                  </a:lnTo>
                  <a:lnTo>
                    <a:pt x="68" y="31"/>
                  </a:lnTo>
                  <a:lnTo>
                    <a:pt x="60" y="37"/>
                  </a:lnTo>
                  <a:lnTo>
                    <a:pt x="53" y="44"/>
                  </a:lnTo>
                  <a:lnTo>
                    <a:pt x="46" y="52"/>
                  </a:lnTo>
                  <a:lnTo>
                    <a:pt x="40" y="60"/>
                  </a:lnTo>
                  <a:lnTo>
                    <a:pt x="35" y="69"/>
                  </a:lnTo>
                  <a:close/>
                  <a:moveTo>
                    <a:pt x="35" y="69"/>
                  </a:moveTo>
                  <a:lnTo>
                    <a:pt x="35" y="69"/>
                  </a:lnTo>
                  <a:lnTo>
                    <a:pt x="34" y="70"/>
                  </a:lnTo>
                  <a:lnTo>
                    <a:pt x="35" y="69"/>
                  </a:lnTo>
                  <a:close/>
                  <a:moveTo>
                    <a:pt x="142" y="324"/>
                  </a:moveTo>
                  <a:lnTo>
                    <a:pt x="148" y="329"/>
                  </a:lnTo>
                  <a:lnTo>
                    <a:pt x="144" y="330"/>
                  </a:lnTo>
                  <a:lnTo>
                    <a:pt x="131" y="327"/>
                  </a:lnTo>
                  <a:lnTo>
                    <a:pt x="119" y="323"/>
                  </a:lnTo>
                  <a:lnTo>
                    <a:pt x="107" y="319"/>
                  </a:lnTo>
                  <a:lnTo>
                    <a:pt x="96" y="315"/>
                  </a:lnTo>
                  <a:lnTo>
                    <a:pt x="85" y="310"/>
                  </a:lnTo>
                  <a:lnTo>
                    <a:pt x="75" y="304"/>
                  </a:lnTo>
                  <a:lnTo>
                    <a:pt x="66" y="298"/>
                  </a:lnTo>
                  <a:lnTo>
                    <a:pt x="57" y="292"/>
                  </a:lnTo>
                  <a:lnTo>
                    <a:pt x="49" y="285"/>
                  </a:lnTo>
                  <a:lnTo>
                    <a:pt x="42" y="277"/>
                  </a:lnTo>
                  <a:lnTo>
                    <a:pt x="35" y="270"/>
                  </a:lnTo>
                  <a:lnTo>
                    <a:pt x="29" y="262"/>
                  </a:lnTo>
                  <a:lnTo>
                    <a:pt x="23" y="253"/>
                  </a:lnTo>
                  <a:lnTo>
                    <a:pt x="18" y="245"/>
                  </a:lnTo>
                  <a:lnTo>
                    <a:pt x="14" y="236"/>
                  </a:lnTo>
                  <a:lnTo>
                    <a:pt x="10" y="227"/>
                  </a:lnTo>
                  <a:lnTo>
                    <a:pt x="7" y="217"/>
                  </a:lnTo>
                  <a:lnTo>
                    <a:pt x="5" y="208"/>
                  </a:lnTo>
                  <a:lnTo>
                    <a:pt x="3" y="198"/>
                  </a:lnTo>
                  <a:lnTo>
                    <a:pt x="1" y="188"/>
                  </a:lnTo>
                  <a:lnTo>
                    <a:pt x="1" y="178"/>
                  </a:lnTo>
                  <a:lnTo>
                    <a:pt x="0" y="168"/>
                  </a:lnTo>
                  <a:lnTo>
                    <a:pt x="1" y="158"/>
                  </a:lnTo>
                  <a:lnTo>
                    <a:pt x="2" y="147"/>
                  </a:lnTo>
                  <a:lnTo>
                    <a:pt x="3" y="137"/>
                  </a:lnTo>
                  <a:lnTo>
                    <a:pt x="5" y="127"/>
                  </a:lnTo>
                  <a:lnTo>
                    <a:pt x="8" y="116"/>
                  </a:lnTo>
                  <a:lnTo>
                    <a:pt x="11" y="106"/>
                  </a:lnTo>
                  <a:lnTo>
                    <a:pt x="14" y="96"/>
                  </a:lnTo>
                  <a:lnTo>
                    <a:pt x="18" y="85"/>
                  </a:lnTo>
                  <a:lnTo>
                    <a:pt x="23" y="75"/>
                  </a:lnTo>
                  <a:lnTo>
                    <a:pt x="28" y="65"/>
                  </a:lnTo>
                  <a:lnTo>
                    <a:pt x="35" y="69"/>
                  </a:lnTo>
                  <a:lnTo>
                    <a:pt x="30" y="79"/>
                  </a:lnTo>
                  <a:lnTo>
                    <a:pt x="25" y="88"/>
                  </a:lnTo>
                  <a:lnTo>
                    <a:pt x="21" y="98"/>
                  </a:lnTo>
                  <a:lnTo>
                    <a:pt x="18" y="108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10" y="138"/>
                  </a:lnTo>
                  <a:lnTo>
                    <a:pt x="9" y="148"/>
                  </a:lnTo>
                  <a:lnTo>
                    <a:pt x="8" y="158"/>
                  </a:lnTo>
                  <a:lnTo>
                    <a:pt x="8" y="168"/>
                  </a:lnTo>
                  <a:lnTo>
                    <a:pt x="8" y="178"/>
                  </a:lnTo>
                  <a:lnTo>
                    <a:pt x="9" y="187"/>
                  </a:lnTo>
                  <a:lnTo>
                    <a:pt x="10" y="197"/>
                  </a:lnTo>
                  <a:lnTo>
                    <a:pt x="12" y="206"/>
                  </a:lnTo>
                  <a:lnTo>
                    <a:pt x="14" y="215"/>
                  </a:lnTo>
                  <a:lnTo>
                    <a:pt x="17" y="224"/>
                  </a:lnTo>
                  <a:lnTo>
                    <a:pt x="21" y="233"/>
                  </a:lnTo>
                  <a:lnTo>
                    <a:pt x="25" y="241"/>
                  </a:lnTo>
                  <a:lnTo>
                    <a:pt x="30" y="250"/>
                  </a:lnTo>
                  <a:lnTo>
                    <a:pt x="35" y="257"/>
                  </a:lnTo>
                  <a:lnTo>
                    <a:pt x="41" y="265"/>
                  </a:lnTo>
                  <a:lnTo>
                    <a:pt x="47" y="272"/>
                  </a:lnTo>
                  <a:lnTo>
                    <a:pt x="54" y="279"/>
                  </a:lnTo>
                  <a:lnTo>
                    <a:pt x="62" y="286"/>
                  </a:lnTo>
                  <a:lnTo>
                    <a:pt x="70" y="292"/>
                  </a:lnTo>
                  <a:lnTo>
                    <a:pt x="79" y="298"/>
                  </a:lnTo>
                  <a:lnTo>
                    <a:pt x="89" y="303"/>
                  </a:lnTo>
                  <a:lnTo>
                    <a:pt x="99" y="308"/>
                  </a:lnTo>
                  <a:lnTo>
                    <a:pt x="109" y="312"/>
                  </a:lnTo>
                  <a:lnTo>
                    <a:pt x="121" y="316"/>
                  </a:lnTo>
                  <a:lnTo>
                    <a:pt x="133" y="320"/>
                  </a:lnTo>
                  <a:lnTo>
                    <a:pt x="146" y="323"/>
                  </a:lnTo>
                  <a:lnTo>
                    <a:pt x="142" y="324"/>
                  </a:lnTo>
                  <a:close/>
                  <a:moveTo>
                    <a:pt x="148" y="329"/>
                  </a:moveTo>
                  <a:lnTo>
                    <a:pt x="146" y="330"/>
                  </a:lnTo>
                  <a:lnTo>
                    <a:pt x="144" y="330"/>
                  </a:lnTo>
                  <a:lnTo>
                    <a:pt x="148" y="329"/>
                  </a:lnTo>
                  <a:close/>
                  <a:moveTo>
                    <a:pt x="703" y="65"/>
                  </a:moveTo>
                  <a:lnTo>
                    <a:pt x="696" y="69"/>
                  </a:lnTo>
                  <a:lnTo>
                    <a:pt x="691" y="60"/>
                  </a:lnTo>
                  <a:lnTo>
                    <a:pt x="685" y="52"/>
                  </a:lnTo>
                  <a:lnTo>
                    <a:pt x="678" y="44"/>
                  </a:lnTo>
                  <a:lnTo>
                    <a:pt x="671" y="37"/>
                  </a:lnTo>
                  <a:lnTo>
                    <a:pt x="663" y="31"/>
                  </a:lnTo>
                  <a:lnTo>
                    <a:pt x="654" y="26"/>
                  </a:lnTo>
                  <a:lnTo>
                    <a:pt x="645" y="21"/>
                  </a:lnTo>
                  <a:lnTo>
                    <a:pt x="636" y="17"/>
                  </a:lnTo>
                  <a:lnTo>
                    <a:pt x="626" y="14"/>
                  </a:lnTo>
                  <a:lnTo>
                    <a:pt x="616" y="11"/>
                  </a:lnTo>
                  <a:lnTo>
                    <a:pt x="605" y="9"/>
                  </a:lnTo>
                  <a:lnTo>
                    <a:pt x="594" y="8"/>
                  </a:lnTo>
                  <a:lnTo>
                    <a:pt x="583" y="7"/>
                  </a:lnTo>
                  <a:lnTo>
                    <a:pt x="571" y="8"/>
                  </a:lnTo>
                  <a:lnTo>
                    <a:pt x="560" y="9"/>
                  </a:lnTo>
                  <a:lnTo>
                    <a:pt x="548" y="10"/>
                  </a:lnTo>
                  <a:lnTo>
                    <a:pt x="536" y="13"/>
                  </a:lnTo>
                  <a:lnTo>
                    <a:pt x="524" y="16"/>
                  </a:lnTo>
                  <a:lnTo>
                    <a:pt x="512" y="20"/>
                  </a:lnTo>
                  <a:lnTo>
                    <a:pt x="500" y="25"/>
                  </a:lnTo>
                  <a:lnTo>
                    <a:pt x="488" y="30"/>
                  </a:lnTo>
                  <a:lnTo>
                    <a:pt x="476" y="36"/>
                  </a:lnTo>
                  <a:lnTo>
                    <a:pt x="467" y="41"/>
                  </a:lnTo>
                  <a:cubicBezTo>
                    <a:pt x="467" y="40"/>
                    <a:pt x="467" y="39"/>
                    <a:pt x="467" y="38"/>
                  </a:cubicBezTo>
                  <a:cubicBezTo>
                    <a:pt x="444" y="50"/>
                    <a:pt x="422" y="67"/>
                    <a:pt x="405" y="87"/>
                  </a:cubicBezTo>
                  <a:cubicBezTo>
                    <a:pt x="404" y="85"/>
                    <a:pt x="404" y="83"/>
                    <a:pt x="404" y="81"/>
                  </a:cubicBezTo>
                  <a:lnTo>
                    <a:pt x="414" y="71"/>
                  </a:lnTo>
                  <a:lnTo>
                    <a:pt x="425" y="62"/>
                  </a:lnTo>
                  <a:lnTo>
                    <a:pt x="436" y="52"/>
                  </a:lnTo>
                  <a:lnTo>
                    <a:pt x="448" y="44"/>
                  </a:lnTo>
                  <a:lnTo>
                    <a:pt x="460" y="36"/>
                  </a:lnTo>
                  <a:lnTo>
                    <a:pt x="472" y="29"/>
                  </a:lnTo>
                  <a:lnTo>
                    <a:pt x="484" y="23"/>
                  </a:lnTo>
                  <a:lnTo>
                    <a:pt x="497" y="18"/>
                  </a:lnTo>
                  <a:lnTo>
                    <a:pt x="509" y="13"/>
                  </a:lnTo>
                  <a:lnTo>
                    <a:pt x="522" y="9"/>
                  </a:lnTo>
                  <a:lnTo>
                    <a:pt x="534" y="6"/>
                  </a:lnTo>
                  <a:lnTo>
                    <a:pt x="547" y="3"/>
                  </a:lnTo>
                  <a:lnTo>
                    <a:pt x="559" y="1"/>
                  </a:lnTo>
                  <a:lnTo>
                    <a:pt x="571" y="0"/>
                  </a:lnTo>
                  <a:lnTo>
                    <a:pt x="583" y="0"/>
                  </a:lnTo>
                  <a:lnTo>
                    <a:pt x="595" y="1"/>
                  </a:lnTo>
                  <a:lnTo>
                    <a:pt x="606" y="2"/>
                  </a:lnTo>
                  <a:lnTo>
                    <a:pt x="617" y="4"/>
                  </a:lnTo>
                  <a:lnTo>
                    <a:pt x="628" y="6"/>
                  </a:lnTo>
                  <a:lnTo>
                    <a:pt x="639" y="10"/>
                  </a:lnTo>
                  <a:lnTo>
                    <a:pt x="649" y="14"/>
                  </a:lnTo>
                  <a:lnTo>
                    <a:pt x="658" y="19"/>
                  </a:lnTo>
                  <a:lnTo>
                    <a:pt x="667" y="25"/>
                  </a:lnTo>
                  <a:lnTo>
                    <a:pt x="676" y="31"/>
                  </a:lnTo>
                  <a:lnTo>
                    <a:pt x="684" y="39"/>
                  </a:lnTo>
                  <a:lnTo>
                    <a:pt x="691" y="47"/>
                  </a:lnTo>
                  <a:lnTo>
                    <a:pt x="697" y="56"/>
                  </a:lnTo>
                  <a:lnTo>
                    <a:pt x="703" y="65"/>
                  </a:lnTo>
                  <a:close/>
                  <a:moveTo>
                    <a:pt x="696" y="69"/>
                  </a:moveTo>
                  <a:lnTo>
                    <a:pt x="696" y="69"/>
                  </a:lnTo>
                  <a:lnTo>
                    <a:pt x="697" y="70"/>
                  </a:lnTo>
                  <a:lnTo>
                    <a:pt x="696" y="69"/>
                  </a:lnTo>
                  <a:close/>
                  <a:moveTo>
                    <a:pt x="583" y="329"/>
                  </a:moveTo>
                  <a:lnTo>
                    <a:pt x="589" y="324"/>
                  </a:lnTo>
                  <a:lnTo>
                    <a:pt x="586" y="323"/>
                  </a:lnTo>
                  <a:lnTo>
                    <a:pt x="598" y="320"/>
                  </a:lnTo>
                  <a:lnTo>
                    <a:pt x="610" y="316"/>
                  </a:lnTo>
                  <a:lnTo>
                    <a:pt x="622" y="312"/>
                  </a:lnTo>
                  <a:lnTo>
                    <a:pt x="633" y="308"/>
                  </a:lnTo>
                  <a:lnTo>
                    <a:pt x="643" y="303"/>
                  </a:lnTo>
                  <a:lnTo>
                    <a:pt x="652" y="298"/>
                  </a:lnTo>
                  <a:lnTo>
                    <a:pt x="661" y="292"/>
                  </a:lnTo>
                  <a:lnTo>
                    <a:pt x="669" y="286"/>
                  </a:lnTo>
                  <a:lnTo>
                    <a:pt x="677" y="279"/>
                  </a:lnTo>
                  <a:lnTo>
                    <a:pt x="684" y="272"/>
                  </a:lnTo>
                  <a:lnTo>
                    <a:pt x="690" y="265"/>
                  </a:lnTo>
                  <a:lnTo>
                    <a:pt x="696" y="257"/>
                  </a:lnTo>
                  <a:lnTo>
                    <a:pt x="702" y="250"/>
                  </a:lnTo>
                  <a:lnTo>
                    <a:pt x="706" y="241"/>
                  </a:lnTo>
                  <a:lnTo>
                    <a:pt x="710" y="233"/>
                  </a:lnTo>
                  <a:lnTo>
                    <a:pt x="714" y="224"/>
                  </a:lnTo>
                  <a:lnTo>
                    <a:pt x="717" y="215"/>
                  </a:lnTo>
                  <a:lnTo>
                    <a:pt x="719" y="206"/>
                  </a:lnTo>
                  <a:lnTo>
                    <a:pt x="721" y="197"/>
                  </a:lnTo>
                  <a:lnTo>
                    <a:pt x="722" y="187"/>
                  </a:lnTo>
                  <a:lnTo>
                    <a:pt x="723" y="178"/>
                  </a:lnTo>
                  <a:lnTo>
                    <a:pt x="723" y="168"/>
                  </a:lnTo>
                  <a:lnTo>
                    <a:pt x="723" y="158"/>
                  </a:lnTo>
                  <a:lnTo>
                    <a:pt x="722" y="148"/>
                  </a:lnTo>
                  <a:lnTo>
                    <a:pt x="721" y="138"/>
                  </a:lnTo>
                  <a:lnTo>
                    <a:pt x="719" y="128"/>
                  </a:lnTo>
                  <a:lnTo>
                    <a:pt x="716" y="118"/>
                  </a:lnTo>
                  <a:lnTo>
                    <a:pt x="713" y="108"/>
                  </a:lnTo>
                  <a:lnTo>
                    <a:pt x="710" y="98"/>
                  </a:lnTo>
                  <a:lnTo>
                    <a:pt x="706" y="88"/>
                  </a:lnTo>
                  <a:lnTo>
                    <a:pt x="701" y="79"/>
                  </a:lnTo>
                  <a:lnTo>
                    <a:pt x="696" y="69"/>
                  </a:lnTo>
                  <a:lnTo>
                    <a:pt x="703" y="65"/>
                  </a:lnTo>
                  <a:lnTo>
                    <a:pt x="708" y="75"/>
                  </a:lnTo>
                  <a:lnTo>
                    <a:pt x="713" y="85"/>
                  </a:lnTo>
                  <a:lnTo>
                    <a:pt x="717" y="96"/>
                  </a:lnTo>
                  <a:lnTo>
                    <a:pt x="720" y="106"/>
                  </a:lnTo>
                  <a:lnTo>
                    <a:pt x="724" y="116"/>
                  </a:lnTo>
                  <a:lnTo>
                    <a:pt x="726" y="127"/>
                  </a:lnTo>
                  <a:lnTo>
                    <a:pt x="728" y="137"/>
                  </a:lnTo>
                  <a:lnTo>
                    <a:pt x="730" y="147"/>
                  </a:lnTo>
                  <a:lnTo>
                    <a:pt x="730" y="158"/>
                  </a:lnTo>
                  <a:lnTo>
                    <a:pt x="731" y="168"/>
                  </a:lnTo>
                  <a:lnTo>
                    <a:pt x="731" y="178"/>
                  </a:lnTo>
                  <a:lnTo>
                    <a:pt x="730" y="188"/>
                  </a:lnTo>
                  <a:lnTo>
                    <a:pt x="728" y="198"/>
                  </a:lnTo>
                  <a:lnTo>
                    <a:pt x="726" y="208"/>
                  </a:lnTo>
                  <a:lnTo>
                    <a:pt x="724" y="217"/>
                  </a:lnTo>
                  <a:lnTo>
                    <a:pt x="721" y="227"/>
                  </a:lnTo>
                  <a:lnTo>
                    <a:pt x="717" y="236"/>
                  </a:lnTo>
                  <a:lnTo>
                    <a:pt x="713" y="245"/>
                  </a:lnTo>
                  <a:lnTo>
                    <a:pt x="708" y="253"/>
                  </a:lnTo>
                  <a:lnTo>
                    <a:pt x="702" y="262"/>
                  </a:lnTo>
                  <a:lnTo>
                    <a:pt x="696" y="270"/>
                  </a:lnTo>
                  <a:lnTo>
                    <a:pt x="689" y="277"/>
                  </a:lnTo>
                  <a:lnTo>
                    <a:pt x="682" y="285"/>
                  </a:lnTo>
                  <a:lnTo>
                    <a:pt x="674" y="292"/>
                  </a:lnTo>
                  <a:lnTo>
                    <a:pt x="665" y="298"/>
                  </a:lnTo>
                  <a:lnTo>
                    <a:pt x="656" y="304"/>
                  </a:lnTo>
                  <a:lnTo>
                    <a:pt x="646" y="310"/>
                  </a:lnTo>
                  <a:lnTo>
                    <a:pt x="636" y="315"/>
                  </a:lnTo>
                  <a:lnTo>
                    <a:pt x="624" y="319"/>
                  </a:lnTo>
                  <a:lnTo>
                    <a:pt x="613" y="323"/>
                  </a:lnTo>
                  <a:lnTo>
                    <a:pt x="600" y="327"/>
                  </a:lnTo>
                  <a:lnTo>
                    <a:pt x="587" y="330"/>
                  </a:lnTo>
                  <a:lnTo>
                    <a:pt x="583" y="329"/>
                  </a:lnTo>
                  <a:close/>
                  <a:moveTo>
                    <a:pt x="587" y="330"/>
                  </a:moveTo>
                  <a:lnTo>
                    <a:pt x="585" y="330"/>
                  </a:lnTo>
                  <a:lnTo>
                    <a:pt x="583" y="329"/>
                  </a:lnTo>
                  <a:lnTo>
                    <a:pt x="587" y="330"/>
                  </a:lnTo>
                  <a:close/>
                  <a:moveTo>
                    <a:pt x="362" y="237"/>
                  </a:moveTo>
                  <a:lnTo>
                    <a:pt x="364" y="235"/>
                  </a:lnTo>
                  <a:lnTo>
                    <a:pt x="366" y="237"/>
                  </a:lnTo>
                  <a:lnTo>
                    <a:pt x="362" y="2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4"/>
            <p:cNvSpPr/>
            <p:nvPr/>
          </p:nvSpPr>
          <p:spPr>
            <a:xfrm>
              <a:off x="4729019" y="2032412"/>
              <a:ext cx="120650" cy="95250"/>
            </a:xfrm>
            <a:custGeom>
              <a:rect b="b" l="l" r="r" t="t"/>
              <a:pathLst>
                <a:path extrusionOk="0" h="59" w="74">
                  <a:moveTo>
                    <a:pt x="4" y="52"/>
                  </a:moveTo>
                  <a:lnTo>
                    <a:pt x="4" y="59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2" y="42"/>
                  </a:lnTo>
                  <a:lnTo>
                    <a:pt x="3" y="39"/>
                  </a:lnTo>
                  <a:lnTo>
                    <a:pt x="4" y="36"/>
                  </a:lnTo>
                  <a:lnTo>
                    <a:pt x="5" y="33"/>
                  </a:lnTo>
                  <a:lnTo>
                    <a:pt x="6" y="30"/>
                  </a:lnTo>
                  <a:lnTo>
                    <a:pt x="7" y="28"/>
                  </a:lnTo>
                  <a:lnTo>
                    <a:pt x="8" y="25"/>
                  </a:lnTo>
                  <a:lnTo>
                    <a:pt x="10" y="23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7" y="14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24" y="9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2" y="5"/>
                  </a:lnTo>
                  <a:lnTo>
                    <a:pt x="35" y="4"/>
                  </a:lnTo>
                  <a:lnTo>
                    <a:pt x="38" y="3"/>
                  </a:lnTo>
                  <a:lnTo>
                    <a:pt x="41" y="2"/>
                  </a:lnTo>
                  <a:lnTo>
                    <a:pt x="44" y="1"/>
                  </a:lnTo>
                  <a:lnTo>
                    <a:pt x="48" y="1"/>
                  </a:lnTo>
                  <a:lnTo>
                    <a:pt x="51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2" y="0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5" y="7"/>
                  </a:lnTo>
                  <a:lnTo>
                    <a:pt x="52" y="8"/>
                  </a:lnTo>
                  <a:lnTo>
                    <a:pt x="49" y="8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0" y="10"/>
                  </a:lnTo>
                  <a:lnTo>
                    <a:pt x="38" y="11"/>
                  </a:lnTo>
                  <a:lnTo>
                    <a:pt x="35" y="12"/>
                  </a:lnTo>
                  <a:lnTo>
                    <a:pt x="33" y="13"/>
                  </a:lnTo>
                  <a:lnTo>
                    <a:pt x="30" y="14"/>
                  </a:lnTo>
                  <a:lnTo>
                    <a:pt x="28" y="15"/>
                  </a:lnTo>
                  <a:lnTo>
                    <a:pt x="26" y="17"/>
                  </a:lnTo>
                  <a:lnTo>
                    <a:pt x="24" y="18"/>
                  </a:lnTo>
                  <a:lnTo>
                    <a:pt x="22" y="20"/>
                  </a:lnTo>
                  <a:lnTo>
                    <a:pt x="21" y="21"/>
                  </a:lnTo>
                  <a:lnTo>
                    <a:pt x="19" y="23"/>
                  </a:lnTo>
                  <a:lnTo>
                    <a:pt x="18" y="25"/>
                  </a:lnTo>
                  <a:lnTo>
                    <a:pt x="16" y="27"/>
                  </a:lnTo>
                  <a:lnTo>
                    <a:pt x="15" y="29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2" y="36"/>
                  </a:lnTo>
                  <a:lnTo>
                    <a:pt x="11" y="38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9" y="46"/>
                  </a:lnTo>
                  <a:lnTo>
                    <a:pt x="8" y="49"/>
                  </a:lnTo>
                  <a:lnTo>
                    <a:pt x="8" y="52"/>
                  </a:lnTo>
                  <a:lnTo>
                    <a:pt x="8" y="56"/>
                  </a:lnTo>
                  <a:lnTo>
                    <a:pt x="4" y="52"/>
                  </a:lnTo>
                  <a:close/>
                  <a:moveTo>
                    <a:pt x="4" y="59"/>
                  </a:moveTo>
                  <a:lnTo>
                    <a:pt x="0" y="59"/>
                  </a:lnTo>
                  <a:lnTo>
                    <a:pt x="1" y="55"/>
                  </a:lnTo>
                  <a:lnTo>
                    <a:pt x="4" y="59"/>
                  </a:lnTo>
                  <a:close/>
                  <a:moveTo>
                    <a:pt x="70" y="7"/>
                  </a:moveTo>
                  <a:lnTo>
                    <a:pt x="70" y="0"/>
                  </a:lnTo>
                  <a:lnTo>
                    <a:pt x="74" y="4"/>
                  </a:lnTo>
                  <a:lnTo>
                    <a:pt x="73" y="7"/>
                  </a:lnTo>
                  <a:lnTo>
                    <a:pt x="73" y="10"/>
                  </a:lnTo>
                  <a:cubicBezTo>
                    <a:pt x="72" y="9"/>
                    <a:pt x="72" y="9"/>
                    <a:pt x="71" y="8"/>
                  </a:cubicBezTo>
                  <a:cubicBezTo>
                    <a:pt x="68" y="11"/>
                    <a:pt x="66" y="13"/>
                    <a:pt x="63" y="15"/>
                  </a:cubicBezTo>
                  <a:lnTo>
                    <a:pt x="64" y="14"/>
                  </a:lnTo>
                  <a:lnTo>
                    <a:pt x="65" y="12"/>
                  </a:lnTo>
                  <a:lnTo>
                    <a:pt x="65" y="9"/>
                  </a:lnTo>
                  <a:lnTo>
                    <a:pt x="66" y="6"/>
                  </a:lnTo>
                  <a:lnTo>
                    <a:pt x="66" y="3"/>
                  </a:lnTo>
                  <a:lnTo>
                    <a:pt x="70" y="7"/>
                  </a:lnTo>
                  <a:close/>
                  <a:moveTo>
                    <a:pt x="52" y="43"/>
                  </a:moveTo>
                  <a:lnTo>
                    <a:pt x="51" y="43"/>
                  </a:lnTo>
                  <a:lnTo>
                    <a:pt x="49" y="45"/>
                  </a:lnTo>
                  <a:lnTo>
                    <a:pt x="47" y="47"/>
                  </a:lnTo>
                  <a:lnTo>
                    <a:pt x="44" y="48"/>
                  </a:lnTo>
                  <a:lnTo>
                    <a:pt x="41" y="50"/>
                  </a:lnTo>
                  <a:lnTo>
                    <a:pt x="39" y="51"/>
                  </a:lnTo>
                  <a:lnTo>
                    <a:pt x="36" y="52"/>
                  </a:lnTo>
                  <a:lnTo>
                    <a:pt x="33" y="53"/>
                  </a:lnTo>
                  <a:lnTo>
                    <a:pt x="30" y="54"/>
                  </a:lnTo>
                  <a:lnTo>
                    <a:pt x="28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19" y="57"/>
                  </a:lnTo>
                  <a:lnTo>
                    <a:pt x="16" y="58"/>
                  </a:lnTo>
                  <a:lnTo>
                    <a:pt x="13" y="58"/>
                  </a:lnTo>
                  <a:lnTo>
                    <a:pt x="10" y="59"/>
                  </a:lnTo>
                  <a:lnTo>
                    <a:pt x="7" y="59"/>
                  </a:lnTo>
                  <a:lnTo>
                    <a:pt x="4" y="59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3" y="49"/>
                  </a:lnTo>
                  <a:lnTo>
                    <a:pt x="25" y="48"/>
                  </a:lnTo>
                  <a:lnTo>
                    <a:pt x="28" y="47"/>
                  </a:lnTo>
                  <a:lnTo>
                    <a:pt x="31" y="46"/>
                  </a:lnTo>
                  <a:lnTo>
                    <a:pt x="33" y="45"/>
                  </a:lnTo>
                  <a:lnTo>
                    <a:pt x="36" y="44"/>
                  </a:lnTo>
                  <a:lnTo>
                    <a:pt x="38" y="43"/>
                  </a:lnTo>
                  <a:lnTo>
                    <a:pt x="40" y="42"/>
                  </a:lnTo>
                  <a:lnTo>
                    <a:pt x="43" y="40"/>
                  </a:lnTo>
                  <a:lnTo>
                    <a:pt x="45" y="39"/>
                  </a:lnTo>
                  <a:lnTo>
                    <a:pt x="47" y="37"/>
                  </a:lnTo>
                  <a:lnTo>
                    <a:pt x="49" y="36"/>
                  </a:lnTo>
                  <a:lnTo>
                    <a:pt x="51" y="34"/>
                  </a:lnTo>
                  <a:lnTo>
                    <a:pt x="53" y="32"/>
                  </a:lnTo>
                  <a:cubicBezTo>
                    <a:pt x="52" y="36"/>
                    <a:pt x="51" y="39"/>
                    <a:pt x="52" y="43"/>
                  </a:cubicBezTo>
                  <a:close/>
                  <a:moveTo>
                    <a:pt x="70" y="0"/>
                  </a:moveTo>
                  <a:lnTo>
                    <a:pt x="74" y="0"/>
                  </a:lnTo>
                  <a:lnTo>
                    <a:pt x="74" y="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4"/>
            <p:cNvSpPr/>
            <p:nvPr/>
          </p:nvSpPr>
          <p:spPr>
            <a:xfrm>
              <a:off x="4652819" y="2021300"/>
              <a:ext cx="133350" cy="80963"/>
            </a:xfrm>
            <a:custGeom>
              <a:rect b="b" l="l" r="r" t="t"/>
              <a:pathLst>
                <a:path extrusionOk="0" h="50" w="82">
                  <a:moveTo>
                    <a:pt x="4" y="42"/>
                  </a:moveTo>
                  <a:lnTo>
                    <a:pt x="4" y="50"/>
                  </a:lnTo>
                  <a:lnTo>
                    <a:pt x="0" y="46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2" y="35"/>
                  </a:lnTo>
                  <a:lnTo>
                    <a:pt x="2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6" y="23"/>
                  </a:lnTo>
                  <a:lnTo>
                    <a:pt x="8" y="20"/>
                  </a:lnTo>
                  <a:lnTo>
                    <a:pt x="10" y="17"/>
                  </a:lnTo>
                  <a:lnTo>
                    <a:pt x="12" y="14"/>
                  </a:lnTo>
                  <a:lnTo>
                    <a:pt x="14" y="11"/>
                  </a:lnTo>
                  <a:lnTo>
                    <a:pt x="16" y="9"/>
                  </a:lnTo>
                  <a:lnTo>
                    <a:pt x="19" y="6"/>
                  </a:lnTo>
                  <a:lnTo>
                    <a:pt x="21" y="4"/>
                  </a:lnTo>
                  <a:lnTo>
                    <a:pt x="24" y="2"/>
                  </a:lnTo>
                  <a:lnTo>
                    <a:pt x="27" y="0"/>
                  </a:lnTo>
                  <a:lnTo>
                    <a:pt x="27" y="0"/>
                  </a:lnTo>
                  <a:cubicBezTo>
                    <a:pt x="30" y="1"/>
                    <a:pt x="33" y="2"/>
                    <a:pt x="36" y="4"/>
                  </a:cubicBezTo>
                  <a:lnTo>
                    <a:pt x="34" y="5"/>
                  </a:lnTo>
                  <a:lnTo>
                    <a:pt x="31" y="6"/>
                  </a:lnTo>
                  <a:lnTo>
                    <a:pt x="28" y="8"/>
                  </a:lnTo>
                  <a:lnTo>
                    <a:pt x="26" y="10"/>
                  </a:lnTo>
                  <a:lnTo>
                    <a:pt x="24" y="12"/>
                  </a:lnTo>
                  <a:lnTo>
                    <a:pt x="21" y="14"/>
                  </a:lnTo>
                  <a:lnTo>
                    <a:pt x="19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14" y="23"/>
                  </a:lnTo>
                  <a:lnTo>
                    <a:pt x="13" y="26"/>
                  </a:lnTo>
                  <a:lnTo>
                    <a:pt x="12" y="29"/>
                  </a:lnTo>
                  <a:lnTo>
                    <a:pt x="10" y="31"/>
                  </a:lnTo>
                  <a:lnTo>
                    <a:pt x="10" y="34"/>
                  </a:lnTo>
                  <a:lnTo>
                    <a:pt x="9" y="37"/>
                  </a:lnTo>
                  <a:lnTo>
                    <a:pt x="8" y="40"/>
                  </a:lnTo>
                  <a:lnTo>
                    <a:pt x="8" y="43"/>
                  </a:lnTo>
                  <a:lnTo>
                    <a:pt x="7" y="46"/>
                  </a:lnTo>
                  <a:lnTo>
                    <a:pt x="4" y="42"/>
                  </a:lnTo>
                  <a:close/>
                  <a:moveTo>
                    <a:pt x="4" y="50"/>
                  </a:moveTo>
                  <a:lnTo>
                    <a:pt x="0" y="50"/>
                  </a:lnTo>
                  <a:lnTo>
                    <a:pt x="0" y="46"/>
                  </a:lnTo>
                  <a:lnTo>
                    <a:pt x="4" y="50"/>
                  </a:lnTo>
                  <a:close/>
                  <a:moveTo>
                    <a:pt x="82" y="16"/>
                  </a:moveTo>
                  <a:lnTo>
                    <a:pt x="81" y="17"/>
                  </a:lnTo>
                  <a:lnTo>
                    <a:pt x="79" y="20"/>
                  </a:lnTo>
                  <a:lnTo>
                    <a:pt x="76" y="22"/>
                  </a:lnTo>
                  <a:lnTo>
                    <a:pt x="74" y="25"/>
                  </a:lnTo>
                  <a:lnTo>
                    <a:pt x="71" y="27"/>
                  </a:lnTo>
                  <a:lnTo>
                    <a:pt x="68" y="29"/>
                  </a:lnTo>
                  <a:lnTo>
                    <a:pt x="66" y="31"/>
                  </a:lnTo>
                  <a:lnTo>
                    <a:pt x="63" y="33"/>
                  </a:lnTo>
                  <a:lnTo>
                    <a:pt x="59" y="35"/>
                  </a:lnTo>
                  <a:lnTo>
                    <a:pt x="56" y="37"/>
                  </a:lnTo>
                  <a:lnTo>
                    <a:pt x="53" y="38"/>
                  </a:lnTo>
                  <a:lnTo>
                    <a:pt x="50" y="39"/>
                  </a:lnTo>
                  <a:lnTo>
                    <a:pt x="47" y="41"/>
                  </a:lnTo>
                  <a:lnTo>
                    <a:pt x="43" y="42"/>
                  </a:lnTo>
                  <a:lnTo>
                    <a:pt x="40" y="43"/>
                  </a:lnTo>
                  <a:lnTo>
                    <a:pt x="36" y="44"/>
                  </a:lnTo>
                  <a:lnTo>
                    <a:pt x="33" y="45"/>
                  </a:lnTo>
                  <a:lnTo>
                    <a:pt x="30" y="46"/>
                  </a:lnTo>
                  <a:lnTo>
                    <a:pt x="26" y="47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0" y="49"/>
                  </a:lnTo>
                  <a:lnTo>
                    <a:pt x="7" y="50"/>
                  </a:lnTo>
                  <a:lnTo>
                    <a:pt x="4" y="50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9" y="42"/>
                  </a:lnTo>
                  <a:lnTo>
                    <a:pt x="12" y="42"/>
                  </a:lnTo>
                  <a:lnTo>
                    <a:pt x="15" y="41"/>
                  </a:lnTo>
                  <a:lnTo>
                    <a:pt x="18" y="41"/>
                  </a:lnTo>
                  <a:lnTo>
                    <a:pt x="21" y="40"/>
                  </a:lnTo>
                  <a:lnTo>
                    <a:pt x="25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4" y="37"/>
                  </a:lnTo>
                  <a:lnTo>
                    <a:pt x="37" y="36"/>
                  </a:lnTo>
                  <a:lnTo>
                    <a:pt x="41" y="35"/>
                  </a:lnTo>
                  <a:lnTo>
                    <a:pt x="44" y="34"/>
                  </a:lnTo>
                  <a:lnTo>
                    <a:pt x="47" y="33"/>
                  </a:lnTo>
                  <a:lnTo>
                    <a:pt x="50" y="31"/>
                  </a:lnTo>
                  <a:lnTo>
                    <a:pt x="53" y="30"/>
                  </a:lnTo>
                  <a:lnTo>
                    <a:pt x="56" y="28"/>
                  </a:lnTo>
                  <a:lnTo>
                    <a:pt x="59" y="27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7"/>
                  </a:lnTo>
                  <a:lnTo>
                    <a:pt x="73" y="15"/>
                  </a:lnTo>
                  <a:lnTo>
                    <a:pt x="73" y="15"/>
                  </a:lnTo>
                  <a:cubicBezTo>
                    <a:pt x="76" y="15"/>
                    <a:pt x="79" y="16"/>
                    <a:pt x="82" y="16"/>
                  </a:cubicBez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4"/>
            <p:cNvSpPr/>
            <p:nvPr/>
          </p:nvSpPr>
          <p:spPr>
            <a:xfrm>
              <a:off x="4844907" y="2032412"/>
              <a:ext cx="119062" cy="95250"/>
            </a:xfrm>
            <a:custGeom>
              <a:rect b="b" l="l" r="r" t="t"/>
              <a:pathLst>
                <a:path extrusionOk="0" h="59" w="73">
                  <a:moveTo>
                    <a:pt x="69" y="52"/>
                  </a:moveTo>
                  <a:lnTo>
                    <a:pt x="66" y="56"/>
                  </a:lnTo>
                  <a:lnTo>
                    <a:pt x="65" y="52"/>
                  </a:lnTo>
                  <a:lnTo>
                    <a:pt x="65" y="49"/>
                  </a:lnTo>
                  <a:lnTo>
                    <a:pt x="65" y="46"/>
                  </a:lnTo>
                  <a:lnTo>
                    <a:pt x="64" y="43"/>
                  </a:lnTo>
                  <a:lnTo>
                    <a:pt x="63" y="41"/>
                  </a:lnTo>
                  <a:lnTo>
                    <a:pt x="63" y="38"/>
                  </a:lnTo>
                  <a:lnTo>
                    <a:pt x="62" y="36"/>
                  </a:lnTo>
                  <a:lnTo>
                    <a:pt x="61" y="33"/>
                  </a:lnTo>
                  <a:lnTo>
                    <a:pt x="60" y="31"/>
                  </a:lnTo>
                  <a:lnTo>
                    <a:pt x="59" y="29"/>
                  </a:lnTo>
                  <a:lnTo>
                    <a:pt x="57" y="27"/>
                  </a:lnTo>
                  <a:lnTo>
                    <a:pt x="56" y="25"/>
                  </a:lnTo>
                  <a:lnTo>
                    <a:pt x="55" y="23"/>
                  </a:lnTo>
                  <a:lnTo>
                    <a:pt x="53" y="21"/>
                  </a:lnTo>
                  <a:lnTo>
                    <a:pt x="51" y="20"/>
                  </a:lnTo>
                  <a:lnTo>
                    <a:pt x="49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3" y="14"/>
                  </a:lnTo>
                  <a:lnTo>
                    <a:pt x="41" y="13"/>
                  </a:lnTo>
                  <a:lnTo>
                    <a:pt x="39" y="12"/>
                  </a:lnTo>
                  <a:lnTo>
                    <a:pt x="36" y="11"/>
                  </a:lnTo>
                  <a:lnTo>
                    <a:pt x="33" y="10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5" y="8"/>
                  </a:lnTo>
                  <a:lnTo>
                    <a:pt x="21" y="8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1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0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7" y="8"/>
                  </a:lnTo>
                  <a:lnTo>
                    <a:pt x="49" y="9"/>
                  </a:lnTo>
                  <a:lnTo>
                    <a:pt x="52" y="11"/>
                  </a:lnTo>
                  <a:lnTo>
                    <a:pt x="54" y="12"/>
                  </a:lnTo>
                  <a:lnTo>
                    <a:pt x="56" y="14"/>
                  </a:lnTo>
                  <a:lnTo>
                    <a:pt x="58" y="16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3"/>
                  </a:lnTo>
                  <a:lnTo>
                    <a:pt x="65" y="25"/>
                  </a:lnTo>
                  <a:lnTo>
                    <a:pt x="66" y="28"/>
                  </a:lnTo>
                  <a:lnTo>
                    <a:pt x="68" y="30"/>
                  </a:lnTo>
                  <a:lnTo>
                    <a:pt x="69" y="33"/>
                  </a:lnTo>
                  <a:lnTo>
                    <a:pt x="70" y="36"/>
                  </a:lnTo>
                  <a:lnTo>
                    <a:pt x="71" y="39"/>
                  </a:lnTo>
                  <a:lnTo>
                    <a:pt x="71" y="42"/>
                  </a:lnTo>
                  <a:lnTo>
                    <a:pt x="72" y="45"/>
                  </a:lnTo>
                  <a:lnTo>
                    <a:pt x="72" y="48"/>
                  </a:lnTo>
                  <a:lnTo>
                    <a:pt x="73" y="52"/>
                  </a:lnTo>
                  <a:lnTo>
                    <a:pt x="73" y="55"/>
                  </a:lnTo>
                  <a:lnTo>
                    <a:pt x="69" y="59"/>
                  </a:lnTo>
                  <a:lnTo>
                    <a:pt x="69" y="52"/>
                  </a:lnTo>
                  <a:close/>
                  <a:moveTo>
                    <a:pt x="73" y="55"/>
                  </a:moveTo>
                  <a:lnTo>
                    <a:pt x="73" y="59"/>
                  </a:lnTo>
                  <a:lnTo>
                    <a:pt x="69" y="59"/>
                  </a:lnTo>
                  <a:lnTo>
                    <a:pt x="73" y="55"/>
                  </a:lnTo>
                  <a:close/>
                  <a:moveTo>
                    <a:pt x="4" y="7"/>
                  </a:moveTo>
                  <a:lnTo>
                    <a:pt x="7" y="3"/>
                  </a:lnTo>
                  <a:lnTo>
                    <a:pt x="8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0" y="14"/>
                  </a:lnTo>
                  <a:lnTo>
                    <a:pt x="11" y="17"/>
                  </a:lnTo>
                  <a:lnTo>
                    <a:pt x="11" y="18"/>
                  </a:lnTo>
                  <a:cubicBezTo>
                    <a:pt x="8" y="15"/>
                    <a:pt x="5" y="12"/>
                    <a:pt x="1" y="9"/>
                  </a:cubicBezTo>
                  <a:lnTo>
                    <a:pt x="0" y="7"/>
                  </a:lnTo>
                  <a:lnTo>
                    <a:pt x="0" y="4"/>
                  </a:lnTo>
                  <a:lnTo>
                    <a:pt x="4" y="0"/>
                  </a:lnTo>
                  <a:lnTo>
                    <a:pt x="4" y="7"/>
                  </a:lnTo>
                  <a:close/>
                  <a:moveTo>
                    <a:pt x="20" y="31"/>
                  </a:moveTo>
                  <a:lnTo>
                    <a:pt x="21" y="32"/>
                  </a:lnTo>
                  <a:lnTo>
                    <a:pt x="23" y="34"/>
                  </a:lnTo>
                  <a:lnTo>
                    <a:pt x="25" y="36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31" y="40"/>
                  </a:lnTo>
                  <a:lnTo>
                    <a:pt x="33" y="42"/>
                  </a:lnTo>
                  <a:lnTo>
                    <a:pt x="36" y="43"/>
                  </a:lnTo>
                  <a:lnTo>
                    <a:pt x="38" y="44"/>
                  </a:lnTo>
                  <a:lnTo>
                    <a:pt x="40" y="45"/>
                  </a:lnTo>
                  <a:lnTo>
                    <a:pt x="43" y="46"/>
                  </a:lnTo>
                  <a:lnTo>
                    <a:pt x="46" y="47"/>
                  </a:lnTo>
                  <a:lnTo>
                    <a:pt x="48" y="48"/>
                  </a:lnTo>
                  <a:lnTo>
                    <a:pt x="51" y="49"/>
                  </a:lnTo>
                  <a:lnTo>
                    <a:pt x="53" y="50"/>
                  </a:lnTo>
                  <a:lnTo>
                    <a:pt x="56" y="50"/>
                  </a:lnTo>
                  <a:lnTo>
                    <a:pt x="59" y="51"/>
                  </a:lnTo>
                  <a:lnTo>
                    <a:pt x="61" y="51"/>
                  </a:lnTo>
                  <a:lnTo>
                    <a:pt x="64" y="51"/>
                  </a:lnTo>
                  <a:lnTo>
                    <a:pt x="67" y="52"/>
                  </a:lnTo>
                  <a:lnTo>
                    <a:pt x="69" y="52"/>
                  </a:lnTo>
                  <a:lnTo>
                    <a:pt x="69" y="59"/>
                  </a:lnTo>
                  <a:lnTo>
                    <a:pt x="66" y="59"/>
                  </a:lnTo>
                  <a:lnTo>
                    <a:pt x="63" y="59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49" y="56"/>
                  </a:lnTo>
                  <a:lnTo>
                    <a:pt x="46" y="55"/>
                  </a:lnTo>
                  <a:lnTo>
                    <a:pt x="43" y="54"/>
                  </a:lnTo>
                  <a:lnTo>
                    <a:pt x="40" y="53"/>
                  </a:lnTo>
                  <a:lnTo>
                    <a:pt x="38" y="52"/>
                  </a:lnTo>
                  <a:lnTo>
                    <a:pt x="35" y="51"/>
                  </a:lnTo>
                  <a:lnTo>
                    <a:pt x="32" y="50"/>
                  </a:lnTo>
                  <a:lnTo>
                    <a:pt x="30" y="48"/>
                  </a:lnTo>
                  <a:lnTo>
                    <a:pt x="27" y="47"/>
                  </a:lnTo>
                  <a:lnTo>
                    <a:pt x="25" y="45"/>
                  </a:lnTo>
                  <a:lnTo>
                    <a:pt x="22" y="43"/>
                  </a:lnTo>
                  <a:lnTo>
                    <a:pt x="22" y="43"/>
                  </a:lnTo>
                  <a:cubicBezTo>
                    <a:pt x="22" y="39"/>
                    <a:pt x="21" y="35"/>
                    <a:pt x="20" y="31"/>
                  </a:cubicBezTo>
                  <a:close/>
                  <a:moveTo>
                    <a:pt x="0" y="4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4"/>
            <p:cNvSpPr/>
            <p:nvPr/>
          </p:nvSpPr>
          <p:spPr>
            <a:xfrm>
              <a:off x="4895707" y="2003837"/>
              <a:ext cx="146050" cy="98425"/>
            </a:xfrm>
            <a:custGeom>
              <a:rect b="b" l="l" r="r" t="t"/>
              <a:pathLst>
                <a:path extrusionOk="0" h="60" w="90">
                  <a:moveTo>
                    <a:pt x="86" y="52"/>
                  </a:moveTo>
                  <a:lnTo>
                    <a:pt x="82" y="56"/>
                  </a:lnTo>
                  <a:lnTo>
                    <a:pt x="82" y="53"/>
                  </a:lnTo>
                  <a:lnTo>
                    <a:pt x="81" y="50"/>
                  </a:lnTo>
                  <a:lnTo>
                    <a:pt x="81" y="47"/>
                  </a:lnTo>
                  <a:lnTo>
                    <a:pt x="80" y="44"/>
                  </a:lnTo>
                  <a:lnTo>
                    <a:pt x="79" y="41"/>
                  </a:lnTo>
                  <a:lnTo>
                    <a:pt x="78" y="39"/>
                  </a:lnTo>
                  <a:lnTo>
                    <a:pt x="77" y="36"/>
                  </a:lnTo>
                  <a:lnTo>
                    <a:pt x="75" y="33"/>
                  </a:lnTo>
                  <a:lnTo>
                    <a:pt x="74" y="31"/>
                  </a:lnTo>
                  <a:lnTo>
                    <a:pt x="72" y="28"/>
                  </a:lnTo>
                  <a:lnTo>
                    <a:pt x="70" y="26"/>
                  </a:lnTo>
                  <a:lnTo>
                    <a:pt x="68" y="24"/>
                  </a:lnTo>
                  <a:lnTo>
                    <a:pt x="66" y="22"/>
                  </a:lnTo>
                  <a:lnTo>
                    <a:pt x="64" y="20"/>
                  </a:lnTo>
                  <a:lnTo>
                    <a:pt x="61" y="18"/>
                  </a:lnTo>
                  <a:lnTo>
                    <a:pt x="59" y="16"/>
                  </a:lnTo>
                  <a:lnTo>
                    <a:pt x="56" y="15"/>
                  </a:lnTo>
                  <a:lnTo>
                    <a:pt x="54" y="14"/>
                  </a:lnTo>
                  <a:cubicBezTo>
                    <a:pt x="57" y="12"/>
                    <a:pt x="60" y="11"/>
                    <a:pt x="62" y="10"/>
                  </a:cubicBezTo>
                  <a:lnTo>
                    <a:pt x="63" y="10"/>
                  </a:lnTo>
                  <a:lnTo>
                    <a:pt x="66" y="12"/>
                  </a:lnTo>
                  <a:lnTo>
                    <a:pt x="68" y="14"/>
                  </a:lnTo>
                  <a:lnTo>
                    <a:pt x="71" y="16"/>
                  </a:lnTo>
                  <a:lnTo>
                    <a:pt x="73" y="19"/>
                  </a:lnTo>
                  <a:lnTo>
                    <a:pt x="76" y="21"/>
                  </a:lnTo>
                  <a:lnTo>
                    <a:pt x="78" y="24"/>
                  </a:lnTo>
                  <a:lnTo>
                    <a:pt x="80" y="27"/>
                  </a:lnTo>
                  <a:lnTo>
                    <a:pt x="82" y="30"/>
                  </a:lnTo>
                  <a:lnTo>
                    <a:pt x="83" y="33"/>
                  </a:lnTo>
                  <a:lnTo>
                    <a:pt x="85" y="36"/>
                  </a:lnTo>
                  <a:lnTo>
                    <a:pt x="86" y="39"/>
                  </a:lnTo>
                  <a:lnTo>
                    <a:pt x="87" y="42"/>
                  </a:lnTo>
                  <a:lnTo>
                    <a:pt x="88" y="45"/>
                  </a:lnTo>
                  <a:lnTo>
                    <a:pt x="89" y="49"/>
                  </a:lnTo>
                  <a:lnTo>
                    <a:pt x="89" y="52"/>
                  </a:lnTo>
                  <a:lnTo>
                    <a:pt x="89" y="56"/>
                  </a:lnTo>
                  <a:lnTo>
                    <a:pt x="86" y="60"/>
                  </a:lnTo>
                  <a:lnTo>
                    <a:pt x="86" y="52"/>
                  </a:lnTo>
                  <a:close/>
                  <a:moveTo>
                    <a:pt x="28" y="0"/>
                  </a:moveTo>
                  <a:cubicBezTo>
                    <a:pt x="25" y="2"/>
                    <a:pt x="23" y="3"/>
                    <a:pt x="20" y="5"/>
                  </a:cubicBezTo>
                  <a:cubicBezTo>
                    <a:pt x="23" y="3"/>
                    <a:pt x="25" y="2"/>
                    <a:pt x="28" y="0"/>
                  </a:cubicBezTo>
                  <a:close/>
                  <a:moveTo>
                    <a:pt x="20" y="5"/>
                  </a:moveTo>
                  <a:cubicBezTo>
                    <a:pt x="19" y="5"/>
                    <a:pt x="18" y="6"/>
                    <a:pt x="17" y="7"/>
                  </a:cubicBezTo>
                  <a:cubicBezTo>
                    <a:pt x="18" y="6"/>
                    <a:pt x="19" y="5"/>
                    <a:pt x="20" y="5"/>
                  </a:cubicBezTo>
                  <a:close/>
                  <a:moveTo>
                    <a:pt x="89" y="56"/>
                  </a:moveTo>
                  <a:lnTo>
                    <a:pt x="90" y="60"/>
                  </a:lnTo>
                  <a:lnTo>
                    <a:pt x="86" y="60"/>
                  </a:lnTo>
                  <a:lnTo>
                    <a:pt x="89" y="56"/>
                  </a:lnTo>
                  <a:close/>
                  <a:moveTo>
                    <a:pt x="16" y="25"/>
                  </a:moveTo>
                  <a:lnTo>
                    <a:pt x="17" y="25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3" y="31"/>
                  </a:lnTo>
                  <a:lnTo>
                    <a:pt x="26" y="33"/>
                  </a:lnTo>
                  <a:lnTo>
                    <a:pt x="28" y="35"/>
                  </a:lnTo>
                  <a:lnTo>
                    <a:pt x="31" y="37"/>
                  </a:lnTo>
                  <a:lnTo>
                    <a:pt x="34" y="38"/>
                  </a:lnTo>
                  <a:lnTo>
                    <a:pt x="37" y="40"/>
                  </a:lnTo>
                  <a:lnTo>
                    <a:pt x="40" y="41"/>
                  </a:lnTo>
                  <a:lnTo>
                    <a:pt x="43" y="43"/>
                  </a:lnTo>
                  <a:lnTo>
                    <a:pt x="46" y="44"/>
                  </a:lnTo>
                  <a:lnTo>
                    <a:pt x="49" y="45"/>
                  </a:lnTo>
                  <a:lnTo>
                    <a:pt x="52" y="46"/>
                  </a:lnTo>
                  <a:lnTo>
                    <a:pt x="55" y="47"/>
                  </a:lnTo>
                  <a:lnTo>
                    <a:pt x="59" y="48"/>
                  </a:lnTo>
                  <a:lnTo>
                    <a:pt x="62" y="49"/>
                  </a:lnTo>
                  <a:lnTo>
                    <a:pt x="65" y="50"/>
                  </a:lnTo>
                  <a:lnTo>
                    <a:pt x="68" y="50"/>
                  </a:lnTo>
                  <a:lnTo>
                    <a:pt x="71" y="51"/>
                  </a:lnTo>
                  <a:lnTo>
                    <a:pt x="74" y="51"/>
                  </a:lnTo>
                  <a:lnTo>
                    <a:pt x="77" y="52"/>
                  </a:lnTo>
                  <a:lnTo>
                    <a:pt x="80" y="52"/>
                  </a:lnTo>
                  <a:lnTo>
                    <a:pt x="83" y="52"/>
                  </a:lnTo>
                  <a:lnTo>
                    <a:pt x="86" y="52"/>
                  </a:lnTo>
                  <a:lnTo>
                    <a:pt x="86" y="60"/>
                  </a:lnTo>
                  <a:lnTo>
                    <a:pt x="83" y="60"/>
                  </a:lnTo>
                  <a:lnTo>
                    <a:pt x="80" y="59"/>
                  </a:lnTo>
                  <a:lnTo>
                    <a:pt x="77" y="59"/>
                  </a:lnTo>
                  <a:lnTo>
                    <a:pt x="73" y="59"/>
                  </a:lnTo>
                  <a:lnTo>
                    <a:pt x="70" y="58"/>
                  </a:lnTo>
                  <a:lnTo>
                    <a:pt x="67" y="58"/>
                  </a:lnTo>
                  <a:lnTo>
                    <a:pt x="63" y="57"/>
                  </a:lnTo>
                  <a:lnTo>
                    <a:pt x="60" y="56"/>
                  </a:lnTo>
                  <a:lnTo>
                    <a:pt x="57" y="55"/>
                  </a:lnTo>
                  <a:lnTo>
                    <a:pt x="53" y="54"/>
                  </a:lnTo>
                  <a:lnTo>
                    <a:pt x="50" y="53"/>
                  </a:lnTo>
                  <a:lnTo>
                    <a:pt x="46" y="52"/>
                  </a:lnTo>
                  <a:lnTo>
                    <a:pt x="43" y="51"/>
                  </a:lnTo>
                  <a:lnTo>
                    <a:pt x="40" y="49"/>
                  </a:lnTo>
                  <a:lnTo>
                    <a:pt x="36" y="48"/>
                  </a:lnTo>
                  <a:lnTo>
                    <a:pt x="33" y="47"/>
                  </a:lnTo>
                  <a:lnTo>
                    <a:pt x="30" y="45"/>
                  </a:lnTo>
                  <a:lnTo>
                    <a:pt x="27" y="43"/>
                  </a:lnTo>
                  <a:lnTo>
                    <a:pt x="24" y="41"/>
                  </a:lnTo>
                  <a:lnTo>
                    <a:pt x="21" y="39"/>
                  </a:lnTo>
                  <a:lnTo>
                    <a:pt x="18" y="37"/>
                  </a:lnTo>
                  <a:lnTo>
                    <a:pt x="16" y="35"/>
                  </a:lnTo>
                  <a:lnTo>
                    <a:pt x="13" y="32"/>
                  </a:lnTo>
                  <a:lnTo>
                    <a:pt x="11" y="30"/>
                  </a:lnTo>
                  <a:lnTo>
                    <a:pt x="9" y="27"/>
                  </a:lnTo>
                  <a:lnTo>
                    <a:pt x="8" y="26"/>
                  </a:lnTo>
                  <a:cubicBezTo>
                    <a:pt x="11" y="26"/>
                    <a:pt x="13" y="25"/>
                    <a:pt x="16" y="25"/>
                  </a:cubicBezTo>
                  <a:close/>
                  <a:moveTo>
                    <a:pt x="0" y="3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4"/>
            <p:cNvSpPr/>
            <p:nvPr/>
          </p:nvSpPr>
          <p:spPr>
            <a:xfrm>
              <a:off x="4770294" y="1643475"/>
              <a:ext cx="153987" cy="407988"/>
            </a:xfrm>
            <a:custGeom>
              <a:rect b="b" l="l" r="r" t="t"/>
              <a:pathLst>
                <a:path extrusionOk="0" h="252" w="95">
                  <a:moveTo>
                    <a:pt x="0" y="124"/>
                  </a:moveTo>
                  <a:lnTo>
                    <a:pt x="7" y="124"/>
                  </a:lnTo>
                  <a:lnTo>
                    <a:pt x="7" y="124"/>
                  </a:lnTo>
                  <a:lnTo>
                    <a:pt x="7" y="129"/>
                  </a:lnTo>
                  <a:lnTo>
                    <a:pt x="7" y="134"/>
                  </a:lnTo>
                  <a:lnTo>
                    <a:pt x="8" y="138"/>
                  </a:lnTo>
                  <a:lnTo>
                    <a:pt x="8" y="143"/>
                  </a:lnTo>
                  <a:lnTo>
                    <a:pt x="8" y="148"/>
                  </a:lnTo>
                  <a:lnTo>
                    <a:pt x="9" y="152"/>
                  </a:lnTo>
                  <a:lnTo>
                    <a:pt x="9" y="157"/>
                  </a:lnTo>
                  <a:lnTo>
                    <a:pt x="10" y="161"/>
                  </a:lnTo>
                  <a:lnTo>
                    <a:pt x="11" y="166"/>
                  </a:lnTo>
                  <a:lnTo>
                    <a:pt x="11" y="170"/>
                  </a:lnTo>
                  <a:lnTo>
                    <a:pt x="12" y="174"/>
                  </a:lnTo>
                  <a:lnTo>
                    <a:pt x="13" y="179"/>
                  </a:lnTo>
                  <a:lnTo>
                    <a:pt x="14" y="183"/>
                  </a:lnTo>
                  <a:lnTo>
                    <a:pt x="15" y="187"/>
                  </a:lnTo>
                  <a:lnTo>
                    <a:pt x="17" y="191"/>
                  </a:lnTo>
                  <a:lnTo>
                    <a:pt x="18" y="195"/>
                  </a:lnTo>
                  <a:lnTo>
                    <a:pt x="19" y="199"/>
                  </a:lnTo>
                  <a:lnTo>
                    <a:pt x="21" y="203"/>
                  </a:lnTo>
                  <a:lnTo>
                    <a:pt x="22" y="206"/>
                  </a:lnTo>
                  <a:lnTo>
                    <a:pt x="24" y="210"/>
                  </a:lnTo>
                  <a:lnTo>
                    <a:pt x="25" y="214"/>
                  </a:lnTo>
                  <a:lnTo>
                    <a:pt x="27" y="217"/>
                  </a:lnTo>
                  <a:lnTo>
                    <a:pt x="29" y="220"/>
                  </a:lnTo>
                  <a:lnTo>
                    <a:pt x="31" y="224"/>
                  </a:lnTo>
                  <a:lnTo>
                    <a:pt x="33" y="227"/>
                  </a:lnTo>
                  <a:lnTo>
                    <a:pt x="35" y="230"/>
                  </a:lnTo>
                  <a:lnTo>
                    <a:pt x="37" y="233"/>
                  </a:lnTo>
                  <a:lnTo>
                    <a:pt x="40" y="235"/>
                  </a:lnTo>
                  <a:lnTo>
                    <a:pt x="42" y="238"/>
                  </a:lnTo>
                  <a:lnTo>
                    <a:pt x="44" y="240"/>
                  </a:lnTo>
                  <a:lnTo>
                    <a:pt x="47" y="243"/>
                  </a:lnTo>
                  <a:lnTo>
                    <a:pt x="50" y="245"/>
                  </a:lnTo>
                  <a:lnTo>
                    <a:pt x="45" y="251"/>
                  </a:lnTo>
                  <a:lnTo>
                    <a:pt x="42" y="248"/>
                  </a:lnTo>
                  <a:lnTo>
                    <a:pt x="39" y="246"/>
                  </a:lnTo>
                  <a:lnTo>
                    <a:pt x="37" y="243"/>
                  </a:lnTo>
                  <a:lnTo>
                    <a:pt x="34" y="240"/>
                  </a:lnTo>
                  <a:lnTo>
                    <a:pt x="32" y="237"/>
                  </a:lnTo>
                  <a:lnTo>
                    <a:pt x="29" y="234"/>
                  </a:lnTo>
                  <a:lnTo>
                    <a:pt x="27" y="231"/>
                  </a:lnTo>
                  <a:lnTo>
                    <a:pt x="25" y="228"/>
                  </a:lnTo>
                  <a:lnTo>
                    <a:pt x="23" y="224"/>
                  </a:lnTo>
                  <a:lnTo>
                    <a:pt x="21" y="221"/>
                  </a:lnTo>
                  <a:lnTo>
                    <a:pt x="19" y="217"/>
                  </a:lnTo>
                  <a:lnTo>
                    <a:pt x="17" y="213"/>
                  </a:lnTo>
                  <a:lnTo>
                    <a:pt x="15" y="209"/>
                  </a:lnTo>
                  <a:lnTo>
                    <a:pt x="14" y="205"/>
                  </a:lnTo>
                  <a:lnTo>
                    <a:pt x="12" y="201"/>
                  </a:lnTo>
                  <a:lnTo>
                    <a:pt x="11" y="197"/>
                  </a:lnTo>
                  <a:lnTo>
                    <a:pt x="9" y="193"/>
                  </a:lnTo>
                  <a:lnTo>
                    <a:pt x="8" y="189"/>
                  </a:lnTo>
                  <a:lnTo>
                    <a:pt x="7" y="185"/>
                  </a:lnTo>
                  <a:lnTo>
                    <a:pt x="6" y="180"/>
                  </a:lnTo>
                  <a:lnTo>
                    <a:pt x="5" y="176"/>
                  </a:lnTo>
                  <a:lnTo>
                    <a:pt x="4" y="171"/>
                  </a:lnTo>
                  <a:lnTo>
                    <a:pt x="3" y="167"/>
                  </a:lnTo>
                  <a:lnTo>
                    <a:pt x="2" y="162"/>
                  </a:lnTo>
                  <a:lnTo>
                    <a:pt x="2" y="158"/>
                  </a:lnTo>
                  <a:lnTo>
                    <a:pt x="1" y="153"/>
                  </a:lnTo>
                  <a:lnTo>
                    <a:pt x="1" y="148"/>
                  </a:lnTo>
                  <a:lnTo>
                    <a:pt x="0" y="143"/>
                  </a:lnTo>
                  <a:lnTo>
                    <a:pt x="0" y="139"/>
                  </a:lnTo>
                  <a:lnTo>
                    <a:pt x="0" y="134"/>
                  </a:lnTo>
                  <a:lnTo>
                    <a:pt x="0" y="12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lnTo>
                    <a:pt x="0" y="124"/>
                  </a:lnTo>
                  <a:close/>
                  <a:moveTo>
                    <a:pt x="51" y="2"/>
                  </a:moveTo>
                  <a:lnTo>
                    <a:pt x="44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7" y="9"/>
                  </a:lnTo>
                  <a:lnTo>
                    <a:pt x="45" y="11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0" y="19"/>
                  </a:lnTo>
                  <a:lnTo>
                    <a:pt x="38" y="22"/>
                  </a:lnTo>
                  <a:lnTo>
                    <a:pt x="37" y="24"/>
                  </a:lnTo>
                  <a:lnTo>
                    <a:pt x="35" y="27"/>
                  </a:lnTo>
                  <a:lnTo>
                    <a:pt x="33" y="30"/>
                  </a:lnTo>
                  <a:lnTo>
                    <a:pt x="32" y="34"/>
                  </a:lnTo>
                  <a:lnTo>
                    <a:pt x="30" y="37"/>
                  </a:lnTo>
                  <a:lnTo>
                    <a:pt x="28" y="40"/>
                  </a:lnTo>
                  <a:lnTo>
                    <a:pt x="27" y="43"/>
                  </a:lnTo>
                  <a:lnTo>
                    <a:pt x="25" y="47"/>
                  </a:lnTo>
                  <a:lnTo>
                    <a:pt x="24" y="51"/>
                  </a:lnTo>
                  <a:lnTo>
                    <a:pt x="22" y="54"/>
                  </a:lnTo>
                  <a:lnTo>
                    <a:pt x="21" y="58"/>
                  </a:lnTo>
                  <a:lnTo>
                    <a:pt x="19" y="62"/>
                  </a:lnTo>
                  <a:lnTo>
                    <a:pt x="18" y="66"/>
                  </a:lnTo>
                  <a:lnTo>
                    <a:pt x="17" y="70"/>
                  </a:lnTo>
                  <a:lnTo>
                    <a:pt x="15" y="75"/>
                  </a:lnTo>
                  <a:lnTo>
                    <a:pt x="14" y="79"/>
                  </a:lnTo>
                  <a:lnTo>
                    <a:pt x="13" y="84"/>
                  </a:lnTo>
                  <a:lnTo>
                    <a:pt x="12" y="88"/>
                  </a:lnTo>
                  <a:lnTo>
                    <a:pt x="11" y="93"/>
                  </a:lnTo>
                  <a:lnTo>
                    <a:pt x="10" y="98"/>
                  </a:lnTo>
                  <a:lnTo>
                    <a:pt x="9" y="103"/>
                  </a:lnTo>
                  <a:lnTo>
                    <a:pt x="9" y="108"/>
                  </a:lnTo>
                  <a:lnTo>
                    <a:pt x="8" y="113"/>
                  </a:lnTo>
                  <a:lnTo>
                    <a:pt x="8" y="119"/>
                  </a:lnTo>
                  <a:lnTo>
                    <a:pt x="7" y="124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1" y="107"/>
                  </a:lnTo>
                  <a:lnTo>
                    <a:pt x="2" y="102"/>
                  </a:lnTo>
                  <a:lnTo>
                    <a:pt x="3" y="97"/>
                  </a:lnTo>
                  <a:lnTo>
                    <a:pt x="4" y="92"/>
                  </a:lnTo>
                  <a:lnTo>
                    <a:pt x="5" y="87"/>
                  </a:lnTo>
                  <a:lnTo>
                    <a:pt x="6" y="82"/>
                  </a:lnTo>
                  <a:lnTo>
                    <a:pt x="7" y="77"/>
                  </a:lnTo>
                  <a:lnTo>
                    <a:pt x="8" y="73"/>
                  </a:lnTo>
                  <a:lnTo>
                    <a:pt x="9" y="68"/>
                  </a:lnTo>
                  <a:lnTo>
                    <a:pt x="11" y="64"/>
                  </a:lnTo>
                  <a:lnTo>
                    <a:pt x="12" y="60"/>
                  </a:lnTo>
                  <a:lnTo>
                    <a:pt x="14" y="56"/>
                  </a:lnTo>
                  <a:lnTo>
                    <a:pt x="15" y="52"/>
                  </a:lnTo>
                  <a:lnTo>
                    <a:pt x="17" y="48"/>
                  </a:lnTo>
                  <a:lnTo>
                    <a:pt x="18" y="44"/>
                  </a:lnTo>
                  <a:lnTo>
                    <a:pt x="20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5" y="30"/>
                  </a:lnTo>
                  <a:lnTo>
                    <a:pt x="27" y="27"/>
                  </a:lnTo>
                  <a:lnTo>
                    <a:pt x="29" y="24"/>
                  </a:lnTo>
                  <a:lnTo>
                    <a:pt x="30" y="21"/>
                  </a:lnTo>
                  <a:lnTo>
                    <a:pt x="32" y="18"/>
                  </a:lnTo>
                  <a:lnTo>
                    <a:pt x="34" y="15"/>
                  </a:lnTo>
                  <a:lnTo>
                    <a:pt x="36" y="12"/>
                  </a:lnTo>
                  <a:lnTo>
                    <a:pt x="37" y="9"/>
                  </a:lnTo>
                  <a:lnTo>
                    <a:pt x="39" y="7"/>
                  </a:lnTo>
                  <a:lnTo>
                    <a:pt x="41" y="4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51" y="2"/>
                  </a:lnTo>
                  <a:close/>
                  <a:moveTo>
                    <a:pt x="44" y="5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5"/>
                  </a:lnTo>
                  <a:close/>
                  <a:moveTo>
                    <a:pt x="44" y="5"/>
                  </a:moveTo>
                  <a:lnTo>
                    <a:pt x="44" y="4"/>
                  </a:lnTo>
                  <a:lnTo>
                    <a:pt x="44" y="2"/>
                  </a:lnTo>
                  <a:lnTo>
                    <a:pt x="44" y="5"/>
                  </a:lnTo>
                  <a:close/>
                  <a:moveTo>
                    <a:pt x="95" y="124"/>
                  </a:moveTo>
                  <a:lnTo>
                    <a:pt x="87" y="124"/>
                  </a:lnTo>
                  <a:lnTo>
                    <a:pt x="87" y="124"/>
                  </a:lnTo>
                  <a:lnTo>
                    <a:pt x="87" y="118"/>
                  </a:lnTo>
                  <a:lnTo>
                    <a:pt x="86" y="113"/>
                  </a:lnTo>
                  <a:lnTo>
                    <a:pt x="86" y="108"/>
                  </a:lnTo>
                  <a:lnTo>
                    <a:pt x="85" y="103"/>
                  </a:lnTo>
                  <a:lnTo>
                    <a:pt x="84" y="98"/>
                  </a:lnTo>
                  <a:lnTo>
                    <a:pt x="83" y="93"/>
                  </a:lnTo>
                  <a:lnTo>
                    <a:pt x="82" y="88"/>
                  </a:lnTo>
                  <a:lnTo>
                    <a:pt x="81" y="83"/>
                  </a:lnTo>
                  <a:lnTo>
                    <a:pt x="80" y="79"/>
                  </a:lnTo>
                  <a:lnTo>
                    <a:pt x="79" y="74"/>
                  </a:lnTo>
                  <a:lnTo>
                    <a:pt x="78" y="70"/>
                  </a:lnTo>
                  <a:lnTo>
                    <a:pt x="77" y="66"/>
                  </a:lnTo>
                  <a:lnTo>
                    <a:pt x="75" y="62"/>
                  </a:lnTo>
                  <a:lnTo>
                    <a:pt x="74" y="58"/>
                  </a:lnTo>
                  <a:lnTo>
                    <a:pt x="72" y="54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8" y="43"/>
                  </a:lnTo>
                  <a:lnTo>
                    <a:pt x="66" y="40"/>
                  </a:lnTo>
                  <a:lnTo>
                    <a:pt x="65" y="37"/>
                  </a:lnTo>
                  <a:lnTo>
                    <a:pt x="63" y="33"/>
                  </a:lnTo>
                  <a:lnTo>
                    <a:pt x="61" y="30"/>
                  </a:lnTo>
                  <a:lnTo>
                    <a:pt x="60" y="27"/>
                  </a:lnTo>
                  <a:lnTo>
                    <a:pt x="58" y="25"/>
                  </a:lnTo>
                  <a:lnTo>
                    <a:pt x="56" y="22"/>
                  </a:lnTo>
                  <a:lnTo>
                    <a:pt x="54" y="19"/>
                  </a:lnTo>
                  <a:lnTo>
                    <a:pt x="53" y="16"/>
                  </a:lnTo>
                  <a:lnTo>
                    <a:pt x="51" y="14"/>
                  </a:lnTo>
                  <a:lnTo>
                    <a:pt x="49" y="11"/>
                  </a:lnTo>
                  <a:lnTo>
                    <a:pt x="48" y="9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50" y="0"/>
                  </a:lnTo>
                  <a:lnTo>
                    <a:pt x="52" y="2"/>
                  </a:lnTo>
                  <a:lnTo>
                    <a:pt x="54" y="5"/>
                  </a:lnTo>
                  <a:lnTo>
                    <a:pt x="55" y="7"/>
                  </a:lnTo>
                  <a:lnTo>
                    <a:pt x="57" y="10"/>
                  </a:lnTo>
                  <a:lnTo>
                    <a:pt x="59" y="12"/>
                  </a:lnTo>
                  <a:lnTo>
                    <a:pt x="61" y="15"/>
                  </a:lnTo>
                  <a:lnTo>
                    <a:pt x="62" y="18"/>
                  </a:lnTo>
                  <a:lnTo>
                    <a:pt x="64" y="21"/>
                  </a:lnTo>
                  <a:lnTo>
                    <a:pt x="66" y="24"/>
                  </a:lnTo>
                  <a:lnTo>
                    <a:pt x="68" y="27"/>
                  </a:lnTo>
                  <a:lnTo>
                    <a:pt x="70" y="30"/>
                  </a:lnTo>
                  <a:lnTo>
                    <a:pt x="71" y="33"/>
                  </a:lnTo>
                  <a:lnTo>
                    <a:pt x="73" y="37"/>
                  </a:lnTo>
                  <a:lnTo>
                    <a:pt x="75" y="40"/>
                  </a:lnTo>
                  <a:lnTo>
                    <a:pt x="76" y="44"/>
                  </a:lnTo>
                  <a:lnTo>
                    <a:pt x="78" y="48"/>
                  </a:lnTo>
                  <a:lnTo>
                    <a:pt x="79" y="51"/>
                  </a:lnTo>
                  <a:lnTo>
                    <a:pt x="81" y="55"/>
                  </a:lnTo>
                  <a:lnTo>
                    <a:pt x="82" y="59"/>
                  </a:lnTo>
                  <a:lnTo>
                    <a:pt x="84" y="64"/>
                  </a:lnTo>
                  <a:lnTo>
                    <a:pt x="85" y="68"/>
                  </a:lnTo>
                  <a:lnTo>
                    <a:pt x="86" y="72"/>
                  </a:lnTo>
                  <a:lnTo>
                    <a:pt x="88" y="77"/>
                  </a:lnTo>
                  <a:lnTo>
                    <a:pt x="89" y="82"/>
                  </a:lnTo>
                  <a:lnTo>
                    <a:pt x="90" y="86"/>
                  </a:lnTo>
                  <a:lnTo>
                    <a:pt x="91" y="91"/>
                  </a:lnTo>
                  <a:lnTo>
                    <a:pt x="92" y="96"/>
                  </a:lnTo>
                  <a:lnTo>
                    <a:pt x="92" y="101"/>
                  </a:lnTo>
                  <a:lnTo>
                    <a:pt x="93" y="107"/>
                  </a:lnTo>
                  <a:lnTo>
                    <a:pt x="94" y="112"/>
                  </a:lnTo>
                  <a:lnTo>
                    <a:pt x="94" y="118"/>
                  </a:lnTo>
                  <a:lnTo>
                    <a:pt x="95" y="124"/>
                  </a:lnTo>
                  <a:close/>
                  <a:moveTo>
                    <a:pt x="95" y="124"/>
                  </a:moveTo>
                  <a:lnTo>
                    <a:pt x="95" y="124"/>
                  </a:lnTo>
                  <a:lnTo>
                    <a:pt x="95" y="124"/>
                  </a:lnTo>
                  <a:close/>
                  <a:moveTo>
                    <a:pt x="45" y="251"/>
                  </a:moveTo>
                  <a:lnTo>
                    <a:pt x="50" y="245"/>
                  </a:lnTo>
                  <a:lnTo>
                    <a:pt x="45" y="245"/>
                  </a:lnTo>
                  <a:lnTo>
                    <a:pt x="48" y="243"/>
                  </a:lnTo>
                  <a:lnTo>
                    <a:pt x="50" y="240"/>
                  </a:lnTo>
                  <a:lnTo>
                    <a:pt x="53" y="238"/>
                  </a:lnTo>
                  <a:lnTo>
                    <a:pt x="55" y="235"/>
                  </a:lnTo>
                  <a:lnTo>
                    <a:pt x="57" y="233"/>
                  </a:lnTo>
                  <a:lnTo>
                    <a:pt x="59" y="230"/>
                  </a:lnTo>
                  <a:lnTo>
                    <a:pt x="61" y="227"/>
                  </a:lnTo>
                  <a:lnTo>
                    <a:pt x="63" y="224"/>
                  </a:lnTo>
                  <a:lnTo>
                    <a:pt x="65" y="220"/>
                  </a:lnTo>
                  <a:lnTo>
                    <a:pt x="67" y="217"/>
                  </a:lnTo>
                  <a:lnTo>
                    <a:pt x="69" y="214"/>
                  </a:lnTo>
                  <a:lnTo>
                    <a:pt x="71" y="210"/>
                  </a:lnTo>
                  <a:lnTo>
                    <a:pt x="72" y="207"/>
                  </a:lnTo>
                  <a:lnTo>
                    <a:pt x="74" y="203"/>
                  </a:lnTo>
                  <a:lnTo>
                    <a:pt x="75" y="199"/>
                  </a:lnTo>
                  <a:lnTo>
                    <a:pt x="77" y="195"/>
                  </a:lnTo>
                  <a:lnTo>
                    <a:pt x="78" y="191"/>
                  </a:lnTo>
                  <a:lnTo>
                    <a:pt x="79" y="187"/>
                  </a:lnTo>
                  <a:lnTo>
                    <a:pt x="80" y="183"/>
                  </a:lnTo>
                  <a:lnTo>
                    <a:pt x="81" y="179"/>
                  </a:lnTo>
                  <a:lnTo>
                    <a:pt x="82" y="174"/>
                  </a:lnTo>
                  <a:lnTo>
                    <a:pt x="83" y="170"/>
                  </a:lnTo>
                  <a:lnTo>
                    <a:pt x="84" y="165"/>
                  </a:lnTo>
                  <a:lnTo>
                    <a:pt x="85" y="161"/>
                  </a:lnTo>
                  <a:lnTo>
                    <a:pt x="85" y="156"/>
                  </a:lnTo>
                  <a:lnTo>
                    <a:pt x="86" y="152"/>
                  </a:lnTo>
                  <a:lnTo>
                    <a:pt x="86" y="147"/>
                  </a:lnTo>
                  <a:lnTo>
                    <a:pt x="87" y="143"/>
                  </a:lnTo>
                  <a:lnTo>
                    <a:pt x="87" y="138"/>
                  </a:lnTo>
                  <a:lnTo>
                    <a:pt x="87" y="133"/>
                  </a:lnTo>
                  <a:lnTo>
                    <a:pt x="87" y="129"/>
                  </a:lnTo>
                  <a:lnTo>
                    <a:pt x="87" y="124"/>
                  </a:lnTo>
                  <a:lnTo>
                    <a:pt x="95" y="124"/>
                  </a:lnTo>
                  <a:lnTo>
                    <a:pt x="95" y="129"/>
                  </a:lnTo>
                  <a:lnTo>
                    <a:pt x="95" y="134"/>
                  </a:lnTo>
                  <a:lnTo>
                    <a:pt x="94" y="138"/>
                  </a:lnTo>
                  <a:lnTo>
                    <a:pt x="94" y="143"/>
                  </a:lnTo>
                  <a:lnTo>
                    <a:pt x="94" y="148"/>
                  </a:lnTo>
                  <a:lnTo>
                    <a:pt x="93" y="153"/>
                  </a:lnTo>
                  <a:lnTo>
                    <a:pt x="93" y="157"/>
                  </a:lnTo>
                  <a:lnTo>
                    <a:pt x="92" y="162"/>
                  </a:lnTo>
                  <a:lnTo>
                    <a:pt x="91" y="167"/>
                  </a:lnTo>
                  <a:lnTo>
                    <a:pt x="91" y="171"/>
                  </a:lnTo>
                  <a:lnTo>
                    <a:pt x="90" y="176"/>
                  </a:lnTo>
                  <a:lnTo>
                    <a:pt x="89" y="180"/>
                  </a:lnTo>
                  <a:lnTo>
                    <a:pt x="88" y="185"/>
                  </a:lnTo>
                  <a:lnTo>
                    <a:pt x="86" y="189"/>
                  </a:lnTo>
                  <a:lnTo>
                    <a:pt x="85" y="193"/>
                  </a:lnTo>
                  <a:lnTo>
                    <a:pt x="84" y="197"/>
                  </a:lnTo>
                  <a:lnTo>
                    <a:pt x="82" y="201"/>
                  </a:lnTo>
                  <a:lnTo>
                    <a:pt x="81" y="206"/>
                  </a:lnTo>
                  <a:lnTo>
                    <a:pt x="79" y="209"/>
                  </a:lnTo>
                  <a:lnTo>
                    <a:pt x="78" y="213"/>
                  </a:lnTo>
                  <a:lnTo>
                    <a:pt x="76" y="217"/>
                  </a:lnTo>
                  <a:lnTo>
                    <a:pt x="74" y="221"/>
                  </a:lnTo>
                  <a:lnTo>
                    <a:pt x="72" y="224"/>
                  </a:lnTo>
                  <a:lnTo>
                    <a:pt x="70" y="228"/>
                  </a:lnTo>
                  <a:lnTo>
                    <a:pt x="68" y="231"/>
                  </a:lnTo>
                  <a:lnTo>
                    <a:pt x="65" y="234"/>
                  </a:lnTo>
                  <a:lnTo>
                    <a:pt x="63" y="237"/>
                  </a:lnTo>
                  <a:lnTo>
                    <a:pt x="60" y="240"/>
                  </a:lnTo>
                  <a:lnTo>
                    <a:pt x="58" y="243"/>
                  </a:lnTo>
                  <a:lnTo>
                    <a:pt x="55" y="246"/>
                  </a:lnTo>
                  <a:lnTo>
                    <a:pt x="52" y="248"/>
                  </a:lnTo>
                  <a:lnTo>
                    <a:pt x="50" y="251"/>
                  </a:lnTo>
                  <a:lnTo>
                    <a:pt x="45" y="251"/>
                  </a:lnTo>
                  <a:close/>
                  <a:moveTo>
                    <a:pt x="50" y="251"/>
                  </a:moveTo>
                  <a:lnTo>
                    <a:pt x="47" y="252"/>
                  </a:lnTo>
                  <a:lnTo>
                    <a:pt x="45" y="251"/>
                  </a:lnTo>
                  <a:lnTo>
                    <a:pt x="50" y="25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4"/>
            <p:cNvSpPr/>
            <p:nvPr/>
          </p:nvSpPr>
          <p:spPr>
            <a:xfrm>
              <a:off x="4670282" y="1710150"/>
              <a:ext cx="350837" cy="339725"/>
            </a:xfrm>
            <a:custGeom>
              <a:rect b="b" l="l" r="r" t="t"/>
              <a:pathLst>
                <a:path extrusionOk="0" h="210" w="216">
                  <a:moveTo>
                    <a:pt x="8" y="2"/>
                  </a:moveTo>
                  <a:lnTo>
                    <a:pt x="4" y="8"/>
                  </a:lnTo>
                  <a:lnTo>
                    <a:pt x="10" y="6"/>
                  </a:lnTo>
                  <a:lnTo>
                    <a:pt x="9" y="11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9"/>
                  </a:lnTo>
                  <a:lnTo>
                    <a:pt x="9" y="45"/>
                  </a:lnTo>
                  <a:lnTo>
                    <a:pt x="10" y="52"/>
                  </a:lnTo>
                  <a:lnTo>
                    <a:pt x="11" y="58"/>
                  </a:lnTo>
                  <a:lnTo>
                    <a:pt x="13" y="65"/>
                  </a:lnTo>
                  <a:lnTo>
                    <a:pt x="15" y="72"/>
                  </a:lnTo>
                  <a:lnTo>
                    <a:pt x="17" y="79"/>
                  </a:lnTo>
                  <a:lnTo>
                    <a:pt x="19" y="86"/>
                  </a:lnTo>
                  <a:lnTo>
                    <a:pt x="22" y="93"/>
                  </a:lnTo>
                  <a:lnTo>
                    <a:pt x="25" y="100"/>
                  </a:lnTo>
                  <a:lnTo>
                    <a:pt x="28" y="108"/>
                  </a:lnTo>
                  <a:lnTo>
                    <a:pt x="31" y="115"/>
                  </a:lnTo>
                  <a:lnTo>
                    <a:pt x="35" y="122"/>
                  </a:lnTo>
                  <a:lnTo>
                    <a:pt x="39" y="129"/>
                  </a:lnTo>
                  <a:lnTo>
                    <a:pt x="43" y="136"/>
                  </a:lnTo>
                  <a:lnTo>
                    <a:pt x="47" y="142"/>
                  </a:lnTo>
                  <a:lnTo>
                    <a:pt x="52" y="149"/>
                  </a:lnTo>
                  <a:lnTo>
                    <a:pt x="57" y="156"/>
                  </a:lnTo>
                  <a:lnTo>
                    <a:pt x="62" y="162"/>
                  </a:lnTo>
                  <a:lnTo>
                    <a:pt x="67" y="168"/>
                  </a:lnTo>
                  <a:lnTo>
                    <a:pt x="73" y="174"/>
                  </a:lnTo>
                  <a:lnTo>
                    <a:pt x="78" y="180"/>
                  </a:lnTo>
                  <a:lnTo>
                    <a:pt x="84" y="185"/>
                  </a:lnTo>
                  <a:lnTo>
                    <a:pt x="91" y="190"/>
                  </a:lnTo>
                  <a:lnTo>
                    <a:pt x="97" y="195"/>
                  </a:lnTo>
                  <a:lnTo>
                    <a:pt x="103" y="199"/>
                  </a:lnTo>
                  <a:lnTo>
                    <a:pt x="110" y="204"/>
                  </a:lnTo>
                  <a:lnTo>
                    <a:pt x="106" y="210"/>
                  </a:lnTo>
                  <a:lnTo>
                    <a:pt x="99" y="206"/>
                  </a:lnTo>
                  <a:lnTo>
                    <a:pt x="93" y="201"/>
                  </a:lnTo>
                  <a:lnTo>
                    <a:pt x="86" y="196"/>
                  </a:lnTo>
                  <a:lnTo>
                    <a:pt x="79" y="191"/>
                  </a:lnTo>
                  <a:lnTo>
                    <a:pt x="73" y="185"/>
                  </a:lnTo>
                  <a:lnTo>
                    <a:pt x="67" y="179"/>
                  </a:lnTo>
                  <a:lnTo>
                    <a:pt x="62" y="173"/>
                  </a:lnTo>
                  <a:lnTo>
                    <a:pt x="56" y="167"/>
                  </a:lnTo>
                  <a:lnTo>
                    <a:pt x="51" y="160"/>
                  </a:lnTo>
                  <a:lnTo>
                    <a:pt x="46" y="153"/>
                  </a:lnTo>
                  <a:lnTo>
                    <a:pt x="41" y="147"/>
                  </a:lnTo>
                  <a:lnTo>
                    <a:pt x="37" y="140"/>
                  </a:lnTo>
                  <a:lnTo>
                    <a:pt x="32" y="132"/>
                  </a:lnTo>
                  <a:lnTo>
                    <a:pt x="28" y="125"/>
                  </a:lnTo>
                  <a:lnTo>
                    <a:pt x="25" y="118"/>
                  </a:lnTo>
                  <a:lnTo>
                    <a:pt x="21" y="111"/>
                  </a:lnTo>
                  <a:lnTo>
                    <a:pt x="18" y="103"/>
                  </a:lnTo>
                  <a:lnTo>
                    <a:pt x="15" y="96"/>
                  </a:lnTo>
                  <a:lnTo>
                    <a:pt x="12" y="89"/>
                  </a:lnTo>
                  <a:lnTo>
                    <a:pt x="10" y="81"/>
                  </a:lnTo>
                  <a:lnTo>
                    <a:pt x="8" y="74"/>
                  </a:lnTo>
                  <a:lnTo>
                    <a:pt x="6" y="67"/>
                  </a:lnTo>
                  <a:lnTo>
                    <a:pt x="4" y="60"/>
                  </a:lnTo>
                  <a:lnTo>
                    <a:pt x="3" y="53"/>
                  </a:lnTo>
                  <a:lnTo>
                    <a:pt x="2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1" y="10"/>
                  </a:lnTo>
                  <a:lnTo>
                    <a:pt x="2" y="4"/>
                  </a:lnTo>
                  <a:lnTo>
                    <a:pt x="8" y="2"/>
                  </a:lnTo>
                  <a:close/>
                  <a:moveTo>
                    <a:pt x="2" y="4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2" y="4"/>
                  </a:lnTo>
                  <a:close/>
                  <a:moveTo>
                    <a:pt x="72" y="55"/>
                  </a:moveTo>
                  <a:lnTo>
                    <a:pt x="64" y="54"/>
                  </a:lnTo>
                  <a:lnTo>
                    <a:pt x="65" y="57"/>
                  </a:lnTo>
                  <a:lnTo>
                    <a:pt x="63" y="55"/>
                  </a:lnTo>
                  <a:lnTo>
                    <a:pt x="62" y="53"/>
                  </a:lnTo>
                  <a:lnTo>
                    <a:pt x="60" y="51"/>
                  </a:lnTo>
                  <a:lnTo>
                    <a:pt x="58" y="50"/>
                  </a:lnTo>
                  <a:lnTo>
                    <a:pt x="57" y="48"/>
                  </a:lnTo>
                  <a:lnTo>
                    <a:pt x="55" y="46"/>
                  </a:lnTo>
                  <a:lnTo>
                    <a:pt x="53" y="44"/>
                  </a:lnTo>
                  <a:lnTo>
                    <a:pt x="51" y="43"/>
                  </a:lnTo>
                  <a:lnTo>
                    <a:pt x="50" y="41"/>
                  </a:lnTo>
                  <a:lnTo>
                    <a:pt x="48" y="39"/>
                  </a:lnTo>
                  <a:lnTo>
                    <a:pt x="46" y="38"/>
                  </a:lnTo>
                  <a:lnTo>
                    <a:pt x="44" y="36"/>
                  </a:lnTo>
                  <a:lnTo>
                    <a:pt x="42" y="34"/>
                  </a:lnTo>
                  <a:lnTo>
                    <a:pt x="40" y="33"/>
                  </a:lnTo>
                  <a:lnTo>
                    <a:pt x="39" y="31"/>
                  </a:lnTo>
                  <a:lnTo>
                    <a:pt x="37" y="30"/>
                  </a:lnTo>
                  <a:lnTo>
                    <a:pt x="35" y="28"/>
                  </a:lnTo>
                  <a:lnTo>
                    <a:pt x="33" y="27"/>
                  </a:lnTo>
                  <a:lnTo>
                    <a:pt x="31" y="25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5" y="21"/>
                  </a:lnTo>
                  <a:lnTo>
                    <a:pt x="23" y="20"/>
                  </a:lnTo>
                  <a:lnTo>
                    <a:pt x="21" y="18"/>
                  </a:lnTo>
                  <a:lnTo>
                    <a:pt x="19" y="17"/>
                  </a:lnTo>
                  <a:lnTo>
                    <a:pt x="17" y="16"/>
                  </a:lnTo>
                  <a:lnTo>
                    <a:pt x="15" y="14"/>
                  </a:lnTo>
                  <a:lnTo>
                    <a:pt x="13" y="13"/>
                  </a:lnTo>
                  <a:lnTo>
                    <a:pt x="11" y="12"/>
                  </a:lnTo>
                  <a:lnTo>
                    <a:pt x="8" y="11"/>
                  </a:lnTo>
                  <a:lnTo>
                    <a:pt x="6" y="9"/>
                  </a:lnTo>
                  <a:lnTo>
                    <a:pt x="4" y="8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2" y="4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19" y="8"/>
                  </a:lnTo>
                  <a:lnTo>
                    <a:pt x="21" y="9"/>
                  </a:lnTo>
                  <a:lnTo>
                    <a:pt x="23" y="11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5"/>
                  </a:lnTo>
                  <a:lnTo>
                    <a:pt x="31" y="16"/>
                  </a:lnTo>
                  <a:lnTo>
                    <a:pt x="33" y="18"/>
                  </a:lnTo>
                  <a:lnTo>
                    <a:pt x="35" y="19"/>
                  </a:lnTo>
                  <a:lnTo>
                    <a:pt x="37" y="21"/>
                  </a:lnTo>
                  <a:lnTo>
                    <a:pt x="39" y="22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5" y="27"/>
                  </a:lnTo>
                  <a:lnTo>
                    <a:pt x="47" y="29"/>
                  </a:lnTo>
                  <a:lnTo>
                    <a:pt x="49" y="30"/>
                  </a:lnTo>
                  <a:lnTo>
                    <a:pt x="51" y="32"/>
                  </a:lnTo>
                  <a:lnTo>
                    <a:pt x="53" y="34"/>
                  </a:lnTo>
                  <a:lnTo>
                    <a:pt x="55" y="36"/>
                  </a:lnTo>
                  <a:lnTo>
                    <a:pt x="57" y="37"/>
                  </a:lnTo>
                  <a:lnTo>
                    <a:pt x="58" y="39"/>
                  </a:lnTo>
                  <a:lnTo>
                    <a:pt x="60" y="41"/>
                  </a:lnTo>
                  <a:lnTo>
                    <a:pt x="62" y="43"/>
                  </a:lnTo>
                  <a:lnTo>
                    <a:pt x="64" y="44"/>
                  </a:lnTo>
                  <a:lnTo>
                    <a:pt x="66" y="46"/>
                  </a:lnTo>
                  <a:lnTo>
                    <a:pt x="67" y="48"/>
                  </a:lnTo>
                  <a:lnTo>
                    <a:pt x="69" y="50"/>
                  </a:lnTo>
                  <a:lnTo>
                    <a:pt x="71" y="52"/>
                  </a:lnTo>
                  <a:lnTo>
                    <a:pt x="72" y="55"/>
                  </a:lnTo>
                  <a:close/>
                  <a:moveTo>
                    <a:pt x="71" y="52"/>
                  </a:moveTo>
                  <a:lnTo>
                    <a:pt x="72" y="53"/>
                  </a:lnTo>
                  <a:lnTo>
                    <a:pt x="72" y="55"/>
                  </a:lnTo>
                  <a:lnTo>
                    <a:pt x="71" y="52"/>
                  </a:lnTo>
                  <a:close/>
                  <a:moveTo>
                    <a:pt x="68" y="83"/>
                  </a:moveTo>
                  <a:lnTo>
                    <a:pt x="61" y="83"/>
                  </a:lnTo>
                  <a:lnTo>
                    <a:pt x="61" y="83"/>
                  </a:lnTo>
                  <a:lnTo>
                    <a:pt x="61" y="82"/>
                  </a:lnTo>
                  <a:lnTo>
                    <a:pt x="61" y="81"/>
                  </a:lnTo>
                  <a:lnTo>
                    <a:pt x="61" y="80"/>
                  </a:lnTo>
                  <a:lnTo>
                    <a:pt x="61" y="79"/>
                  </a:lnTo>
                  <a:lnTo>
                    <a:pt x="61" y="78"/>
                  </a:lnTo>
                  <a:lnTo>
                    <a:pt x="61" y="77"/>
                  </a:lnTo>
                  <a:lnTo>
                    <a:pt x="61" y="76"/>
                  </a:lnTo>
                  <a:lnTo>
                    <a:pt x="61" y="75"/>
                  </a:lnTo>
                  <a:lnTo>
                    <a:pt x="62" y="74"/>
                  </a:lnTo>
                  <a:lnTo>
                    <a:pt x="62" y="73"/>
                  </a:lnTo>
                  <a:lnTo>
                    <a:pt x="62" y="72"/>
                  </a:lnTo>
                  <a:lnTo>
                    <a:pt x="62" y="71"/>
                  </a:lnTo>
                  <a:lnTo>
                    <a:pt x="62" y="70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8"/>
                  </a:lnTo>
                  <a:lnTo>
                    <a:pt x="62" y="67"/>
                  </a:lnTo>
                  <a:lnTo>
                    <a:pt x="62" y="66"/>
                  </a:lnTo>
                  <a:lnTo>
                    <a:pt x="63" y="65"/>
                  </a:lnTo>
                  <a:lnTo>
                    <a:pt x="63" y="64"/>
                  </a:lnTo>
                  <a:lnTo>
                    <a:pt x="63" y="63"/>
                  </a:lnTo>
                  <a:lnTo>
                    <a:pt x="63" y="62"/>
                  </a:lnTo>
                  <a:lnTo>
                    <a:pt x="63" y="61"/>
                  </a:lnTo>
                  <a:lnTo>
                    <a:pt x="63" y="61"/>
                  </a:lnTo>
                  <a:lnTo>
                    <a:pt x="63" y="60"/>
                  </a:lnTo>
                  <a:lnTo>
                    <a:pt x="63" y="59"/>
                  </a:lnTo>
                  <a:lnTo>
                    <a:pt x="64" y="58"/>
                  </a:lnTo>
                  <a:lnTo>
                    <a:pt x="64" y="57"/>
                  </a:lnTo>
                  <a:lnTo>
                    <a:pt x="64" y="56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4" y="54"/>
                  </a:lnTo>
                  <a:lnTo>
                    <a:pt x="72" y="55"/>
                  </a:lnTo>
                  <a:lnTo>
                    <a:pt x="71" y="56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1" y="58"/>
                  </a:lnTo>
                  <a:lnTo>
                    <a:pt x="71" y="59"/>
                  </a:lnTo>
                  <a:lnTo>
                    <a:pt x="71" y="60"/>
                  </a:lnTo>
                  <a:lnTo>
                    <a:pt x="71" y="61"/>
                  </a:lnTo>
                  <a:lnTo>
                    <a:pt x="70" y="62"/>
                  </a:lnTo>
                  <a:lnTo>
                    <a:pt x="70" y="62"/>
                  </a:lnTo>
                  <a:lnTo>
                    <a:pt x="70" y="63"/>
                  </a:lnTo>
                  <a:lnTo>
                    <a:pt x="70" y="64"/>
                  </a:lnTo>
                  <a:lnTo>
                    <a:pt x="70" y="65"/>
                  </a:lnTo>
                  <a:lnTo>
                    <a:pt x="70" y="66"/>
                  </a:lnTo>
                  <a:lnTo>
                    <a:pt x="70" y="67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9" y="69"/>
                  </a:lnTo>
                  <a:lnTo>
                    <a:pt x="69" y="70"/>
                  </a:lnTo>
                  <a:lnTo>
                    <a:pt x="69" y="71"/>
                  </a:lnTo>
                  <a:lnTo>
                    <a:pt x="69" y="72"/>
                  </a:lnTo>
                  <a:lnTo>
                    <a:pt x="69" y="73"/>
                  </a:lnTo>
                  <a:lnTo>
                    <a:pt x="69" y="74"/>
                  </a:lnTo>
                  <a:lnTo>
                    <a:pt x="69" y="75"/>
                  </a:lnTo>
                  <a:lnTo>
                    <a:pt x="69" y="76"/>
                  </a:lnTo>
                  <a:lnTo>
                    <a:pt x="69" y="77"/>
                  </a:lnTo>
                  <a:lnTo>
                    <a:pt x="69" y="77"/>
                  </a:lnTo>
                  <a:lnTo>
                    <a:pt x="69" y="78"/>
                  </a:lnTo>
                  <a:lnTo>
                    <a:pt x="69" y="79"/>
                  </a:lnTo>
                  <a:lnTo>
                    <a:pt x="68" y="80"/>
                  </a:lnTo>
                  <a:lnTo>
                    <a:pt x="68" y="81"/>
                  </a:lnTo>
                  <a:lnTo>
                    <a:pt x="68" y="82"/>
                  </a:lnTo>
                  <a:lnTo>
                    <a:pt x="68" y="83"/>
                  </a:lnTo>
                  <a:close/>
                  <a:moveTo>
                    <a:pt x="61" y="83"/>
                  </a:moveTo>
                  <a:lnTo>
                    <a:pt x="61" y="83"/>
                  </a:lnTo>
                  <a:moveTo>
                    <a:pt x="106" y="210"/>
                  </a:moveTo>
                  <a:lnTo>
                    <a:pt x="110" y="204"/>
                  </a:lnTo>
                  <a:lnTo>
                    <a:pt x="106" y="210"/>
                  </a:lnTo>
                  <a:lnTo>
                    <a:pt x="103" y="207"/>
                  </a:lnTo>
                  <a:lnTo>
                    <a:pt x="100" y="205"/>
                  </a:lnTo>
                  <a:lnTo>
                    <a:pt x="98" y="202"/>
                  </a:lnTo>
                  <a:lnTo>
                    <a:pt x="95" y="199"/>
                  </a:lnTo>
                  <a:lnTo>
                    <a:pt x="93" y="196"/>
                  </a:lnTo>
                  <a:lnTo>
                    <a:pt x="90" y="193"/>
                  </a:lnTo>
                  <a:lnTo>
                    <a:pt x="88" y="190"/>
                  </a:lnTo>
                  <a:lnTo>
                    <a:pt x="86" y="187"/>
                  </a:lnTo>
                  <a:lnTo>
                    <a:pt x="84" y="183"/>
                  </a:lnTo>
                  <a:lnTo>
                    <a:pt x="82" y="180"/>
                  </a:lnTo>
                  <a:lnTo>
                    <a:pt x="80" y="176"/>
                  </a:lnTo>
                  <a:lnTo>
                    <a:pt x="78" y="172"/>
                  </a:lnTo>
                  <a:lnTo>
                    <a:pt x="76" y="168"/>
                  </a:lnTo>
                  <a:lnTo>
                    <a:pt x="75" y="164"/>
                  </a:lnTo>
                  <a:lnTo>
                    <a:pt x="73" y="160"/>
                  </a:lnTo>
                  <a:lnTo>
                    <a:pt x="72" y="156"/>
                  </a:lnTo>
                  <a:lnTo>
                    <a:pt x="70" y="152"/>
                  </a:lnTo>
                  <a:lnTo>
                    <a:pt x="69" y="148"/>
                  </a:lnTo>
                  <a:lnTo>
                    <a:pt x="68" y="144"/>
                  </a:lnTo>
                  <a:lnTo>
                    <a:pt x="67" y="139"/>
                  </a:lnTo>
                  <a:lnTo>
                    <a:pt x="66" y="135"/>
                  </a:lnTo>
                  <a:lnTo>
                    <a:pt x="65" y="130"/>
                  </a:lnTo>
                  <a:lnTo>
                    <a:pt x="64" y="126"/>
                  </a:lnTo>
                  <a:lnTo>
                    <a:pt x="63" y="121"/>
                  </a:lnTo>
                  <a:lnTo>
                    <a:pt x="63" y="116"/>
                  </a:lnTo>
                  <a:lnTo>
                    <a:pt x="62" y="112"/>
                  </a:lnTo>
                  <a:lnTo>
                    <a:pt x="62" y="107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3"/>
                  </a:lnTo>
                  <a:lnTo>
                    <a:pt x="61" y="8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68" y="88"/>
                  </a:lnTo>
                  <a:lnTo>
                    <a:pt x="68" y="92"/>
                  </a:lnTo>
                  <a:lnTo>
                    <a:pt x="69" y="97"/>
                  </a:lnTo>
                  <a:lnTo>
                    <a:pt x="69" y="102"/>
                  </a:lnTo>
                  <a:lnTo>
                    <a:pt x="69" y="106"/>
                  </a:lnTo>
                  <a:lnTo>
                    <a:pt x="70" y="111"/>
                  </a:lnTo>
                  <a:lnTo>
                    <a:pt x="70" y="115"/>
                  </a:lnTo>
                  <a:lnTo>
                    <a:pt x="71" y="120"/>
                  </a:lnTo>
                  <a:lnTo>
                    <a:pt x="72" y="124"/>
                  </a:lnTo>
                  <a:lnTo>
                    <a:pt x="72" y="129"/>
                  </a:lnTo>
                  <a:lnTo>
                    <a:pt x="73" y="133"/>
                  </a:lnTo>
                  <a:lnTo>
                    <a:pt x="74" y="138"/>
                  </a:lnTo>
                  <a:lnTo>
                    <a:pt x="75" y="142"/>
                  </a:lnTo>
                  <a:lnTo>
                    <a:pt x="76" y="146"/>
                  </a:lnTo>
                  <a:lnTo>
                    <a:pt x="78" y="150"/>
                  </a:lnTo>
                  <a:lnTo>
                    <a:pt x="79" y="154"/>
                  </a:lnTo>
                  <a:lnTo>
                    <a:pt x="80" y="158"/>
                  </a:lnTo>
                  <a:lnTo>
                    <a:pt x="82" y="162"/>
                  </a:lnTo>
                  <a:lnTo>
                    <a:pt x="83" y="166"/>
                  </a:lnTo>
                  <a:lnTo>
                    <a:pt x="85" y="169"/>
                  </a:lnTo>
                  <a:lnTo>
                    <a:pt x="86" y="173"/>
                  </a:lnTo>
                  <a:lnTo>
                    <a:pt x="88" y="176"/>
                  </a:lnTo>
                  <a:lnTo>
                    <a:pt x="90" y="179"/>
                  </a:lnTo>
                  <a:lnTo>
                    <a:pt x="92" y="183"/>
                  </a:lnTo>
                  <a:lnTo>
                    <a:pt x="94" y="186"/>
                  </a:lnTo>
                  <a:lnTo>
                    <a:pt x="96" y="189"/>
                  </a:lnTo>
                  <a:lnTo>
                    <a:pt x="98" y="192"/>
                  </a:lnTo>
                  <a:lnTo>
                    <a:pt x="101" y="194"/>
                  </a:lnTo>
                  <a:lnTo>
                    <a:pt x="103" y="197"/>
                  </a:lnTo>
                  <a:lnTo>
                    <a:pt x="105" y="199"/>
                  </a:lnTo>
                  <a:lnTo>
                    <a:pt x="108" y="202"/>
                  </a:lnTo>
                  <a:lnTo>
                    <a:pt x="111" y="204"/>
                  </a:lnTo>
                  <a:lnTo>
                    <a:pt x="106" y="210"/>
                  </a:lnTo>
                  <a:close/>
                  <a:moveTo>
                    <a:pt x="212" y="8"/>
                  </a:moveTo>
                  <a:lnTo>
                    <a:pt x="209" y="2"/>
                  </a:lnTo>
                  <a:lnTo>
                    <a:pt x="214" y="4"/>
                  </a:lnTo>
                  <a:lnTo>
                    <a:pt x="215" y="10"/>
                  </a:lnTo>
                  <a:lnTo>
                    <a:pt x="216" y="15"/>
                  </a:lnTo>
                  <a:lnTo>
                    <a:pt x="216" y="21"/>
                  </a:lnTo>
                  <a:lnTo>
                    <a:pt x="216" y="27"/>
                  </a:lnTo>
                  <a:lnTo>
                    <a:pt x="216" y="33"/>
                  </a:lnTo>
                  <a:lnTo>
                    <a:pt x="216" y="40"/>
                  </a:lnTo>
                  <a:lnTo>
                    <a:pt x="215" y="46"/>
                  </a:lnTo>
                  <a:lnTo>
                    <a:pt x="214" y="53"/>
                  </a:lnTo>
                  <a:lnTo>
                    <a:pt x="213" y="60"/>
                  </a:lnTo>
                  <a:lnTo>
                    <a:pt x="211" y="67"/>
                  </a:lnTo>
                  <a:lnTo>
                    <a:pt x="209" y="74"/>
                  </a:lnTo>
                  <a:lnTo>
                    <a:pt x="207" y="81"/>
                  </a:lnTo>
                  <a:lnTo>
                    <a:pt x="204" y="89"/>
                  </a:lnTo>
                  <a:lnTo>
                    <a:pt x="202" y="96"/>
                  </a:lnTo>
                  <a:lnTo>
                    <a:pt x="199" y="103"/>
                  </a:lnTo>
                  <a:lnTo>
                    <a:pt x="195" y="111"/>
                  </a:lnTo>
                  <a:lnTo>
                    <a:pt x="192" y="118"/>
                  </a:lnTo>
                  <a:lnTo>
                    <a:pt x="188" y="125"/>
                  </a:lnTo>
                  <a:lnTo>
                    <a:pt x="184" y="132"/>
                  </a:lnTo>
                  <a:lnTo>
                    <a:pt x="180" y="140"/>
                  </a:lnTo>
                  <a:lnTo>
                    <a:pt x="175" y="147"/>
                  </a:lnTo>
                  <a:lnTo>
                    <a:pt x="171" y="153"/>
                  </a:lnTo>
                  <a:lnTo>
                    <a:pt x="166" y="160"/>
                  </a:lnTo>
                  <a:lnTo>
                    <a:pt x="160" y="167"/>
                  </a:lnTo>
                  <a:lnTo>
                    <a:pt x="155" y="173"/>
                  </a:lnTo>
                  <a:lnTo>
                    <a:pt x="149" y="179"/>
                  </a:lnTo>
                  <a:lnTo>
                    <a:pt x="143" y="185"/>
                  </a:lnTo>
                  <a:lnTo>
                    <a:pt x="137" y="191"/>
                  </a:lnTo>
                  <a:lnTo>
                    <a:pt x="131" y="196"/>
                  </a:lnTo>
                  <a:lnTo>
                    <a:pt x="124" y="201"/>
                  </a:lnTo>
                  <a:lnTo>
                    <a:pt x="117" y="206"/>
                  </a:lnTo>
                  <a:lnTo>
                    <a:pt x="110" y="210"/>
                  </a:lnTo>
                  <a:lnTo>
                    <a:pt x="106" y="204"/>
                  </a:lnTo>
                  <a:lnTo>
                    <a:pt x="113" y="199"/>
                  </a:lnTo>
                  <a:lnTo>
                    <a:pt x="120" y="195"/>
                  </a:lnTo>
                  <a:lnTo>
                    <a:pt x="126" y="190"/>
                  </a:lnTo>
                  <a:lnTo>
                    <a:pt x="132" y="185"/>
                  </a:lnTo>
                  <a:lnTo>
                    <a:pt x="138" y="180"/>
                  </a:lnTo>
                  <a:lnTo>
                    <a:pt x="144" y="174"/>
                  </a:lnTo>
                  <a:lnTo>
                    <a:pt x="149" y="168"/>
                  </a:lnTo>
                  <a:lnTo>
                    <a:pt x="155" y="162"/>
                  </a:lnTo>
                  <a:lnTo>
                    <a:pt x="160" y="156"/>
                  </a:lnTo>
                  <a:lnTo>
                    <a:pt x="165" y="149"/>
                  </a:lnTo>
                  <a:lnTo>
                    <a:pt x="169" y="142"/>
                  </a:lnTo>
                  <a:lnTo>
                    <a:pt x="174" y="136"/>
                  </a:lnTo>
                  <a:lnTo>
                    <a:pt x="178" y="129"/>
                  </a:lnTo>
                  <a:lnTo>
                    <a:pt x="182" y="122"/>
                  </a:lnTo>
                  <a:lnTo>
                    <a:pt x="185" y="115"/>
                  </a:lnTo>
                  <a:lnTo>
                    <a:pt x="189" y="108"/>
                  </a:lnTo>
                  <a:lnTo>
                    <a:pt x="192" y="100"/>
                  </a:lnTo>
                  <a:lnTo>
                    <a:pt x="195" y="93"/>
                  </a:lnTo>
                  <a:lnTo>
                    <a:pt x="197" y="86"/>
                  </a:lnTo>
                  <a:lnTo>
                    <a:pt x="200" y="79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5" y="58"/>
                  </a:lnTo>
                  <a:lnTo>
                    <a:pt x="207" y="52"/>
                  </a:lnTo>
                  <a:lnTo>
                    <a:pt x="208" y="45"/>
                  </a:lnTo>
                  <a:lnTo>
                    <a:pt x="208" y="39"/>
                  </a:lnTo>
                  <a:lnTo>
                    <a:pt x="209" y="33"/>
                  </a:lnTo>
                  <a:lnTo>
                    <a:pt x="209" y="27"/>
                  </a:lnTo>
                  <a:lnTo>
                    <a:pt x="209" y="21"/>
                  </a:lnTo>
                  <a:lnTo>
                    <a:pt x="209" y="16"/>
                  </a:lnTo>
                  <a:lnTo>
                    <a:pt x="208" y="11"/>
                  </a:lnTo>
                  <a:lnTo>
                    <a:pt x="207" y="6"/>
                  </a:lnTo>
                  <a:lnTo>
                    <a:pt x="212" y="8"/>
                  </a:lnTo>
                  <a:close/>
                  <a:moveTo>
                    <a:pt x="209" y="2"/>
                  </a:moveTo>
                  <a:lnTo>
                    <a:pt x="213" y="0"/>
                  </a:lnTo>
                  <a:lnTo>
                    <a:pt x="214" y="4"/>
                  </a:lnTo>
                  <a:lnTo>
                    <a:pt x="209" y="2"/>
                  </a:lnTo>
                  <a:close/>
                  <a:moveTo>
                    <a:pt x="152" y="54"/>
                  </a:moveTo>
                  <a:lnTo>
                    <a:pt x="145" y="55"/>
                  </a:lnTo>
                  <a:lnTo>
                    <a:pt x="146" y="52"/>
                  </a:lnTo>
                  <a:lnTo>
                    <a:pt x="148" y="50"/>
                  </a:lnTo>
                  <a:lnTo>
                    <a:pt x="149" y="48"/>
                  </a:lnTo>
                  <a:lnTo>
                    <a:pt x="151" y="46"/>
                  </a:lnTo>
                  <a:lnTo>
                    <a:pt x="153" y="44"/>
                  </a:lnTo>
                  <a:lnTo>
                    <a:pt x="155" y="43"/>
                  </a:lnTo>
                  <a:lnTo>
                    <a:pt x="156" y="41"/>
                  </a:lnTo>
                  <a:lnTo>
                    <a:pt x="158" y="39"/>
                  </a:lnTo>
                  <a:lnTo>
                    <a:pt x="160" y="37"/>
                  </a:lnTo>
                  <a:lnTo>
                    <a:pt x="162" y="36"/>
                  </a:lnTo>
                  <a:lnTo>
                    <a:pt x="164" y="34"/>
                  </a:lnTo>
                  <a:lnTo>
                    <a:pt x="166" y="32"/>
                  </a:lnTo>
                  <a:lnTo>
                    <a:pt x="168" y="30"/>
                  </a:lnTo>
                  <a:lnTo>
                    <a:pt x="169" y="29"/>
                  </a:lnTo>
                  <a:lnTo>
                    <a:pt x="171" y="27"/>
                  </a:lnTo>
                  <a:lnTo>
                    <a:pt x="173" y="25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9" y="21"/>
                  </a:lnTo>
                  <a:lnTo>
                    <a:pt x="181" y="19"/>
                  </a:lnTo>
                  <a:lnTo>
                    <a:pt x="183" y="18"/>
                  </a:lnTo>
                  <a:lnTo>
                    <a:pt x="185" y="16"/>
                  </a:lnTo>
                  <a:lnTo>
                    <a:pt x="187" y="15"/>
                  </a:lnTo>
                  <a:lnTo>
                    <a:pt x="190" y="13"/>
                  </a:lnTo>
                  <a:lnTo>
                    <a:pt x="192" y="12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8" y="8"/>
                  </a:lnTo>
                  <a:lnTo>
                    <a:pt x="200" y="7"/>
                  </a:lnTo>
                  <a:lnTo>
                    <a:pt x="202" y="5"/>
                  </a:lnTo>
                  <a:lnTo>
                    <a:pt x="204" y="4"/>
                  </a:lnTo>
                  <a:lnTo>
                    <a:pt x="207" y="3"/>
                  </a:lnTo>
                  <a:lnTo>
                    <a:pt x="209" y="2"/>
                  </a:lnTo>
                  <a:lnTo>
                    <a:pt x="212" y="8"/>
                  </a:lnTo>
                  <a:lnTo>
                    <a:pt x="210" y="9"/>
                  </a:lnTo>
                  <a:lnTo>
                    <a:pt x="208" y="11"/>
                  </a:lnTo>
                  <a:lnTo>
                    <a:pt x="206" y="12"/>
                  </a:lnTo>
                  <a:lnTo>
                    <a:pt x="204" y="13"/>
                  </a:lnTo>
                  <a:lnTo>
                    <a:pt x="202" y="14"/>
                  </a:lnTo>
                  <a:lnTo>
                    <a:pt x="200" y="16"/>
                  </a:lnTo>
                  <a:lnTo>
                    <a:pt x="198" y="17"/>
                  </a:lnTo>
                  <a:lnTo>
                    <a:pt x="196" y="18"/>
                  </a:lnTo>
                  <a:lnTo>
                    <a:pt x="194" y="20"/>
                  </a:lnTo>
                  <a:lnTo>
                    <a:pt x="192" y="21"/>
                  </a:lnTo>
                  <a:lnTo>
                    <a:pt x="190" y="22"/>
                  </a:lnTo>
                  <a:lnTo>
                    <a:pt x="188" y="24"/>
                  </a:lnTo>
                  <a:lnTo>
                    <a:pt x="186" y="25"/>
                  </a:lnTo>
                  <a:lnTo>
                    <a:pt x="184" y="27"/>
                  </a:lnTo>
                  <a:lnTo>
                    <a:pt x="182" y="28"/>
                  </a:lnTo>
                  <a:lnTo>
                    <a:pt x="180" y="30"/>
                  </a:lnTo>
                  <a:lnTo>
                    <a:pt x="178" y="31"/>
                  </a:lnTo>
                  <a:lnTo>
                    <a:pt x="176" y="33"/>
                  </a:lnTo>
                  <a:lnTo>
                    <a:pt x="174" y="34"/>
                  </a:lnTo>
                  <a:lnTo>
                    <a:pt x="172" y="36"/>
                  </a:lnTo>
                  <a:lnTo>
                    <a:pt x="171" y="38"/>
                  </a:lnTo>
                  <a:lnTo>
                    <a:pt x="169" y="39"/>
                  </a:lnTo>
                  <a:lnTo>
                    <a:pt x="167" y="41"/>
                  </a:lnTo>
                  <a:lnTo>
                    <a:pt x="165" y="43"/>
                  </a:lnTo>
                  <a:lnTo>
                    <a:pt x="163" y="44"/>
                  </a:lnTo>
                  <a:lnTo>
                    <a:pt x="162" y="46"/>
                  </a:lnTo>
                  <a:lnTo>
                    <a:pt x="160" y="48"/>
                  </a:lnTo>
                  <a:lnTo>
                    <a:pt x="158" y="50"/>
                  </a:lnTo>
                  <a:lnTo>
                    <a:pt x="156" y="51"/>
                  </a:lnTo>
                  <a:lnTo>
                    <a:pt x="155" y="53"/>
                  </a:lnTo>
                  <a:lnTo>
                    <a:pt x="153" y="55"/>
                  </a:lnTo>
                  <a:lnTo>
                    <a:pt x="151" y="57"/>
                  </a:lnTo>
                  <a:lnTo>
                    <a:pt x="152" y="54"/>
                  </a:lnTo>
                  <a:close/>
                  <a:moveTo>
                    <a:pt x="145" y="55"/>
                  </a:moveTo>
                  <a:lnTo>
                    <a:pt x="145" y="53"/>
                  </a:lnTo>
                  <a:lnTo>
                    <a:pt x="146" y="52"/>
                  </a:lnTo>
                  <a:lnTo>
                    <a:pt x="145" y="55"/>
                  </a:lnTo>
                  <a:close/>
                  <a:moveTo>
                    <a:pt x="156" y="83"/>
                  </a:moveTo>
                  <a:lnTo>
                    <a:pt x="148" y="83"/>
                  </a:lnTo>
                  <a:lnTo>
                    <a:pt x="148" y="83"/>
                  </a:lnTo>
                  <a:lnTo>
                    <a:pt x="148" y="82"/>
                  </a:lnTo>
                  <a:lnTo>
                    <a:pt x="148" y="81"/>
                  </a:lnTo>
                  <a:lnTo>
                    <a:pt x="148" y="80"/>
                  </a:lnTo>
                  <a:lnTo>
                    <a:pt x="148" y="79"/>
                  </a:lnTo>
                  <a:lnTo>
                    <a:pt x="148" y="78"/>
                  </a:lnTo>
                  <a:lnTo>
                    <a:pt x="148" y="77"/>
                  </a:lnTo>
                  <a:lnTo>
                    <a:pt x="148" y="77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4"/>
                  </a:lnTo>
                  <a:lnTo>
                    <a:pt x="147" y="73"/>
                  </a:lnTo>
                  <a:lnTo>
                    <a:pt x="147" y="72"/>
                  </a:lnTo>
                  <a:lnTo>
                    <a:pt x="147" y="71"/>
                  </a:lnTo>
                  <a:lnTo>
                    <a:pt x="147" y="70"/>
                  </a:lnTo>
                  <a:lnTo>
                    <a:pt x="147" y="69"/>
                  </a:lnTo>
                  <a:lnTo>
                    <a:pt x="147" y="69"/>
                  </a:lnTo>
                  <a:lnTo>
                    <a:pt x="147" y="68"/>
                  </a:lnTo>
                  <a:lnTo>
                    <a:pt x="147" y="67"/>
                  </a:lnTo>
                  <a:lnTo>
                    <a:pt x="147" y="66"/>
                  </a:lnTo>
                  <a:lnTo>
                    <a:pt x="147" y="65"/>
                  </a:lnTo>
                  <a:lnTo>
                    <a:pt x="146" y="64"/>
                  </a:lnTo>
                  <a:lnTo>
                    <a:pt x="146" y="63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146" y="61"/>
                  </a:lnTo>
                  <a:lnTo>
                    <a:pt x="146" y="60"/>
                  </a:lnTo>
                  <a:lnTo>
                    <a:pt x="146" y="59"/>
                  </a:lnTo>
                  <a:lnTo>
                    <a:pt x="146" y="58"/>
                  </a:lnTo>
                  <a:lnTo>
                    <a:pt x="145" y="57"/>
                  </a:lnTo>
                  <a:lnTo>
                    <a:pt x="145" y="57"/>
                  </a:lnTo>
                  <a:lnTo>
                    <a:pt x="145" y="56"/>
                  </a:lnTo>
                  <a:lnTo>
                    <a:pt x="145" y="55"/>
                  </a:lnTo>
                  <a:lnTo>
                    <a:pt x="152" y="54"/>
                  </a:lnTo>
                  <a:lnTo>
                    <a:pt x="152" y="55"/>
                  </a:lnTo>
                  <a:lnTo>
                    <a:pt x="153" y="55"/>
                  </a:lnTo>
                  <a:lnTo>
                    <a:pt x="153" y="56"/>
                  </a:lnTo>
                  <a:lnTo>
                    <a:pt x="153" y="57"/>
                  </a:lnTo>
                  <a:lnTo>
                    <a:pt x="153" y="58"/>
                  </a:lnTo>
                  <a:lnTo>
                    <a:pt x="153" y="59"/>
                  </a:lnTo>
                  <a:lnTo>
                    <a:pt x="153" y="60"/>
                  </a:lnTo>
                  <a:lnTo>
                    <a:pt x="153" y="61"/>
                  </a:lnTo>
                  <a:lnTo>
                    <a:pt x="154" y="61"/>
                  </a:lnTo>
                  <a:lnTo>
                    <a:pt x="154" y="62"/>
                  </a:lnTo>
                  <a:lnTo>
                    <a:pt x="154" y="63"/>
                  </a:lnTo>
                  <a:lnTo>
                    <a:pt x="154" y="64"/>
                  </a:lnTo>
                  <a:lnTo>
                    <a:pt x="154" y="65"/>
                  </a:lnTo>
                  <a:lnTo>
                    <a:pt x="154" y="66"/>
                  </a:lnTo>
                  <a:lnTo>
                    <a:pt x="154" y="67"/>
                  </a:lnTo>
                  <a:lnTo>
                    <a:pt x="154" y="68"/>
                  </a:lnTo>
                  <a:lnTo>
                    <a:pt x="154" y="69"/>
                  </a:lnTo>
                  <a:lnTo>
                    <a:pt x="155" y="69"/>
                  </a:lnTo>
                  <a:lnTo>
                    <a:pt x="155" y="70"/>
                  </a:lnTo>
                  <a:lnTo>
                    <a:pt x="155" y="71"/>
                  </a:lnTo>
                  <a:lnTo>
                    <a:pt x="155" y="72"/>
                  </a:lnTo>
                  <a:lnTo>
                    <a:pt x="155" y="73"/>
                  </a:lnTo>
                  <a:lnTo>
                    <a:pt x="155" y="74"/>
                  </a:lnTo>
                  <a:lnTo>
                    <a:pt x="155" y="75"/>
                  </a:lnTo>
                  <a:lnTo>
                    <a:pt x="155" y="76"/>
                  </a:lnTo>
                  <a:lnTo>
                    <a:pt x="155" y="77"/>
                  </a:lnTo>
                  <a:lnTo>
                    <a:pt x="155" y="78"/>
                  </a:lnTo>
                  <a:lnTo>
                    <a:pt x="155" y="79"/>
                  </a:lnTo>
                  <a:lnTo>
                    <a:pt x="156" y="80"/>
                  </a:lnTo>
                  <a:lnTo>
                    <a:pt x="156" y="81"/>
                  </a:lnTo>
                  <a:lnTo>
                    <a:pt x="156" y="82"/>
                  </a:lnTo>
                  <a:lnTo>
                    <a:pt x="156" y="83"/>
                  </a:lnTo>
                  <a:close/>
                  <a:moveTo>
                    <a:pt x="156" y="83"/>
                  </a:moveTo>
                  <a:lnTo>
                    <a:pt x="156" y="83"/>
                  </a:lnTo>
                  <a:lnTo>
                    <a:pt x="156" y="83"/>
                  </a:lnTo>
                  <a:close/>
                  <a:moveTo>
                    <a:pt x="106" y="204"/>
                  </a:moveTo>
                  <a:lnTo>
                    <a:pt x="110" y="210"/>
                  </a:lnTo>
                  <a:lnTo>
                    <a:pt x="106" y="204"/>
                  </a:lnTo>
                  <a:lnTo>
                    <a:pt x="109" y="202"/>
                  </a:lnTo>
                  <a:lnTo>
                    <a:pt x="111" y="199"/>
                  </a:lnTo>
                  <a:lnTo>
                    <a:pt x="114" y="197"/>
                  </a:lnTo>
                  <a:lnTo>
                    <a:pt x="116" y="194"/>
                  </a:lnTo>
                  <a:lnTo>
                    <a:pt x="118" y="192"/>
                  </a:lnTo>
                  <a:lnTo>
                    <a:pt x="120" y="189"/>
                  </a:lnTo>
                  <a:lnTo>
                    <a:pt x="122" y="186"/>
                  </a:lnTo>
                  <a:lnTo>
                    <a:pt x="124" y="183"/>
                  </a:lnTo>
                  <a:lnTo>
                    <a:pt x="126" y="179"/>
                  </a:lnTo>
                  <a:lnTo>
                    <a:pt x="128" y="176"/>
                  </a:lnTo>
                  <a:lnTo>
                    <a:pt x="130" y="173"/>
                  </a:lnTo>
                  <a:lnTo>
                    <a:pt x="132" y="169"/>
                  </a:lnTo>
                  <a:lnTo>
                    <a:pt x="133" y="166"/>
                  </a:lnTo>
                  <a:lnTo>
                    <a:pt x="135" y="162"/>
                  </a:lnTo>
                  <a:lnTo>
                    <a:pt x="136" y="158"/>
                  </a:lnTo>
                  <a:lnTo>
                    <a:pt x="138" y="154"/>
                  </a:lnTo>
                  <a:lnTo>
                    <a:pt x="139" y="150"/>
                  </a:lnTo>
                  <a:lnTo>
                    <a:pt x="140" y="146"/>
                  </a:lnTo>
                  <a:lnTo>
                    <a:pt x="141" y="142"/>
                  </a:lnTo>
                  <a:lnTo>
                    <a:pt x="142" y="138"/>
                  </a:lnTo>
                  <a:lnTo>
                    <a:pt x="143" y="133"/>
                  </a:lnTo>
                  <a:lnTo>
                    <a:pt x="144" y="129"/>
                  </a:lnTo>
                  <a:lnTo>
                    <a:pt x="145" y="124"/>
                  </a:lnTo>
                  <a:lnTo>
                    <a:pt x="146" y="120"/>
                  </a:lnTo>
                  <a:lnTo>
                    <a:pt x="146" y="115"/>
                  </a:lnTo>
                  <a:lnTo>
                    <a:pt x="147" y="111"/>
                  </a:lnTo>
                  <a:lnTo>
                    <a:pt x="147" y="106"/>
                  </a:lnTo>
                  <a:lnTo>
                    <a:pt x="148" y="102"/>
                  </a:lnTo>
                  <a:lnTo>
                    <a:pt x="148" y="97"/>
                  </a:lnTo>
                  <a:lnTo>
                    <a:pt x="148" y="92"/>
                  </a:lnTo>
                  <a:lnTo>
                    <a:pt x="148" y="88"/>
                  </a:lnTo>
                  <a:lnTo>
                    <a:pt x="148" y="83"/>
                  </a:lnTo>
                  <a:lnTo>
                    <a:pt x="156" y="83"/>
                  </a:lnTo>
                  <a:lnTo>
                    <a:pt x="156" y="88"/>
                  </a:lnTo>
                  <a:lnTo>
                    <a:pt x="156" y="93"/>
                  </a:lnTo>
                  <a:lnTo>
                    <a:pt x="155" y="97"/>
                  </a:lnTo>
                  <a:lnTo>
                    <a:pt x="155" y="102"/>
                  </a:lnTo>
                  <a:lnTo>
                    <a:pt x="155" y="107"/>
                  </a:lnTo>
                  <a:lnTo>
                    <a:pt x="154" y="112"/>
                  </a:lnTo>
                  <a:lnTo>
                    <a:pt x="154" y="116"/>
                  </a:lnTo>
                  <a:lnTo>
                    <a:pt x="153" y="121"/>
                  </a:lnTo>
                  <a:lnTo>
                    <a:pt x="152" y="126"/>
                  </a:lnTo>
                  <a:lnTo>
                    <a:pt x="152" y="130"/>
                  </a:lnTo>
                  <a:lnTo>
                    <a:pt x="151" y="135"/>
                  </a:lnTo>
                  <a:lnTo>
                    <a:pt x="150" y="139"/>
                  </a:lnTo>
                  <a:lnTo>
                    <a:pt x="149" y="144"/>
                  </a:lnTo>
                  <a:lnTo>
                    <a:pt x="147" y="148"/>
                  </a:lnTo>
                  <a:lnTo>
                    <a:pt x="146" y="152"/>
                  </a:lnTo>
                  <a:lnTo>
                    <a:pt x="145" y="156"/>
                  </a:lnTo>
                  <a:lnTo>
                    <a:pt x="143" y="160"/>
                  </a:lnTo>
                  <a:lnTo>
                    <a:pt x="142" y="164"/>
                  </a:lnTo>
                  <a:lnTo>
                    <a:pt x="140" y="168"/>
                  </a:lnTo>
                  <a:lnTo>
                    <a:pt x="139" y="172"/>
                  </a:lnTo>
                  <a:lnTo>
                    <a:pt x="137" y="176"/>
                  </a:lnTo>
                  <a:lnTo>
                    <a:pt x="135" y="180"/>
                  </a:lnTo>
                  <a:lnTo>
                    <a:pt x="133" y="183"/>
                  </a:lnTo>
                  <a:lnTo>
                    <a:pt x="131" y="187"/>
                  </a:lnTo>
                  <a:lnTo>
                    <a:pt x="129" y="190"/>
                  </a:lnTo>
                  <a:lnTo>
                    <a:pt x="126" y="193"/>
                  </a:lnTo>
                  <a:lnTo>
                    <a:pt x="124" y="196"/>
                  </a:lnTo>
                  <a:lnTo>
                    <a:pt x="121" y="199"/>
                  </a:lnTo>
                  <a:lnTo>
                    <a:pt x="119" y="202"/>
                  </a:lnTo>
                  <a:lnTo>
                    <a:pt x="116" y="205"/>
                  </a:lnTo>
                  <a:lnTo>
                    <a:pt x="113" y="207"/>
                  </a:lnTo>
                  <a:lnTo>
                    <a:pt x="111" y="210"/>
                  </a:lnTo>
                  <a:lnTo>
                    <a:pt x="106" y="20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4"/>
            <p:cNvSpPr/>
            <p:nvPr/>
          </p:nvSpPr>
          <p:spPr>
            <a:xfrm>
              <a:off x="4606782" y="1789525"/>
              <a:ext cx="246062" cy="263525"/>
            </a:xfrm>
            <a:custGeom>
              <a:rect b="b" l="l" r="r" t="t"/>
              <a:pathLst>
                <a:path extrusionOk="0" h="163" w="151">
                  <a:moveTo>
                    <a:pt x="5" y="1"/>
                  </a:moveTo>
                  <a:lnTo>
                    <a:pt x="3" y="8"/>
                  </a:lnTo>
                  <a:lnTo>
                    <a:pt x="8" y="5"/>
                  </a:lnTo>
                  <a:lnTo>
                    <a:pt x="8" y="10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9" y="24"/>
                  </a:lnTo>
                  <a:lnTo>
                    <a:pt x="10" y="29"/>
                  </a:lnTo>
                  <a:lnTo>
                    <a:pt x="11" y="34"/>
                  </a:lnTo>
                  <a:lnTo>
                    <a:pt x="13" y="39"/>
                  </a:lnTo>
                  <a:lnTo>
                    <a:pt x="15" y="44"/>
                  </a:lnTo>
                  <a:lnTo>
                    <a:pt x="17" y="50"/>
                  </a:lnTo>
                  <a:lnTo>
                    <a:pt x="20" y="55"/>
                  </a:lnTo>
                  <a:lnTo>
                    <a:pt x="22" y="60"/>
                  </a:lnTo>
                  <a:lnTo>
                    <a:pt x="25" y="66"/>
                  </a:lnTo>
                  <a:lnTo>
                    <a:pt x="29" y="71"/>
                  </a:lnTo>
                  <a:lnTo>
                    <a:pt x="32" y="76"/>
                  </a:lnTo>
                  <a:lnTo>
                    <a:pt x="36" y="81"/>
                  </a:lnTo>
                  <a:lnTo>
                    <a:pt x="41" y="87"/>
                  </a:lnTo>
                  <a:lnTo>
                    <a:pt x="45" y="92"/>
                  </a:lnTo>
                  <a:lnTo>
                    <a:pt x="50" y="97"/>
                  </a:lnTo>
                  <a:lnTo>
                    <a:pt x="55" y="102"/>
                  </a:lnTo>
                  <a:lnTo>
                    <a:pt x="61" y="107"/>
                  </a:lnTo>
                  <a:lnTo>
                    <a:pt x="66" y="112"/>
                  </a:lnTo>
                  <a:lnTo>
                    <a:pt x="72" y="117"/>
                  </a:lnTo>
                  <a:lnTo>
                    <a:pt x="79" y="121"/>
                  </a:lnTo>
                  <a:lnTo>
                    <a:pt x="85" y="126"/>
                  </a:lnTo>
                  <a:lnTo>
                    <a:pt x="92" y="130"/>
                  </a:lnTo>
                  <a:lnTo>
                    <a:pt x="99" y="135"/>
                  </a:lnTo>
                  <a:lnTo>
                    <a:pt x="107" y="139"/>
                  </a:lnTo>
                  <a:lnTo>
                    <a:pt x="114" y="143"/>
                  </a:lnTo>
                  <a:lnTo>
                    <a:pt x="122" y="147"/>
                  </a:lnTo>
                  <a:lnTo>
                    <a:pt x="130" y="150"/>
                  </a:lnTo>
                  <a:lnTo>
                    <a:pt x="139" y="154"/>
                  </a:lnTo>
                  <a:lnTo>
                    <a:pt x="148" y="157"/>
                  </a:lnTo>
                  <a:lnTo>
                    <a:pt x="145" y="162"/>
                  </a:lnTo>
                  <a:lnTo>
                    <a:pt x="136" y="161"/>
                  </a:lnTo>
                  <a:lnTo>
                    <a:pt x="128" y="157"/>
                  </a:lnTo>
                  <a:lnTo>
                    <a:pt x="119" y="153"/>
                  </a:lnTo>
                  <a:lnTo>
                    <a:pt x="111" y="149"/>
                  </a:lnTo>
                  <a:lnTo>
                    <a:pt x="103" y="145"/>
                  </a:lnTo>
                  <a:lnTo>
                    <a:pt x="95" y="141"/>
                  </a:lnTo>
                  <a:lnTo>
                    <a:pt x="88" y="137"/>
                  </a:lnTo>
                  <a:lnTo>
                    <a:pt x="81" y="132"/>
                  </a:lnTo>
                  <a:lnTo>
                    <a:pt x="74" y="127"/>
                  </a:lnTo>
                  <a:lnTo>
                    <a:pt x="68" y="122"/>
                  </a:lnTo>
                  <a:lnTo>
                    <a:pt x="62" y="118"/>
                  </a:lnTo>
                  <a:lnTo>
                    <a:pt x="56" y="112"/>
                  </a:lnTo>
                  <a:lnTo>
                    <a:pt x="50" y="107"/>
                  </a:lnTo>
                  <a:lnTo>
                    <a:pt x="45" y="102"/>
                  </a:lnTo>
                  <a:lnTo>
                    <a:pt x="40" y="97"/>
                  </a:lnTo>
                  <a:lnTo>
                    <a:pt x="35" y="91"/>
                  </a:lnTo>
                  <a:lnTo>
                    <a:pt x="31" y="86"/>
                  </a:lnTo>
                  <a:lnTo>
                    <a:pt x="26" y="80"/>
                  </a:lnTo>
                  <a:lnTo>
                    <a:pt x="23" y="75"/>
                  </a:lnTo>
                  <a:lnTo>
                    <a:pt x="19" y="69"/>
                  </a:lnTo>
                  <a:lnTo>
                    <a:pt x="16" y="64"/>
                  </a:lnTo>
                  <a:lnTo>
                    <a:pt x="13" y="58"/>
                  </a:lnTo>
                  <a:lnTo>
                    <a:pt x="10" y="53"/>
                  </a:lnTo>
                  <a:lnTo>
                    <a:pt x="8" y="47"/>
                  </a:lnTo>
                  <a:lnTo>
                    <a:pt x="6" y="42"/>
                  </a:lnTo>
                  <a:lnTo>
                    <a:pt x="4" y="36"/>
                  </a:lnTo>
                  <a:lnTo>
                    <a:pt x="3" y="31"/>
                  </a:lnTo>
                  <a:lnTo>
                    <a:pt x="2" y="25"/>
                  </a:lnTo>
                  <a:lnTo>
                    <a:pt x="1" y="20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0" y="4"/>
                  </a:lnTo>
                  <a:lnTo>
                    <a:pt x="5" y="1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0" y="4"/>
                  </a:lnTo>
                  <a:close/>
                  <a:moveTo>
                    <a:pt x="53" y="20"/>
                  </a:moveTo>
                  <a:lnTo>
                    <a:pt x="46" y="22"/>
                  </a:lnTo>
                  <a:lnTo>
                    <a:pt x="47" y="24"/>
                  </a:lnTo>
                  <a:lnTo>
                    <a:pt x="46" y="23"/>
                  </a:lnTo>
                  <a:lnTo>
                    <a:pt x="45" y="22"/>
                  </a:lnTo>
                  <a:lnTo>
                    <a:pt x="43" y="22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39" y="20"/>
                  </a:lnTo>
                  <a:lnTo>
                    <a:pt x="38" y="19"/>
                  </a:lnTo>
                  <a:lnTo>
                    <a:pt x="37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7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5"/>
                  </a:lnTo>
                  <a:lnTo>
                    <a:pt x="27" y="15"/>
                  </a:lnTo>
                  <a:lnTo>
                    <a:pt x="26" y="14"/>
                  </a:lnTo>
                  <a:lnTo>
                    <a:pt x="24" y="14"/>
                  </a:lnTo>
                  <a:lnTo>
                    <a:pt x="23" y="13"/>
                  </a:lnTo>
                  <a:lnTo>
                    <a:pt x="22" y="13"/>
                  </a:lnTo>
                  <a:lnTo>
                    <a:pt x="20" y="12"/>
                  </a:lnTo>
                  <a:lnTo>
                    <a:pt x="19" y="12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5" y="11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3" y="8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30" y="8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4" y="9"/>
                  </a:lnTo>
                  <a:lnTo>
                    <a:pt x="35" y="10"/>
                  </a:lnTo>
                  <a:lnTo>
                    <a:pt x="37" y="11"/>
                  </a:lnTo>
                  <a:lnTo>
                    <a:pt x="38" y="11"/>
                  </a:lnTo>
                  <a:lnTo>
                    <a:pt x="40" y="12"/>
                  </a:lnTo>
                  <a:lnTo>
                    <a:pt x="41" y="12"/>
                  </a:lnTo>
                  <a:lnTo>
                    <a:pt x="43" y="13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7"/>
                  </a:lnTo>
                  <a:lnTo>
                    <a:pt x="53" y="20"/>
                  </a:lnTo>
                  <a:close/>
                  <a:moveTo>
                    <a:pt x="51" y="17"/>
                  </a:moveTo>
                  <a:lnTo>
                    <a:pt x="52" y="18"/>
                  </a:lnTo>
                  <a:lnTo>
                    <a:pt x="53" y="20"/>
                  </a:lnTo>
                  <a:lnTo>
                    <a:pt x="51" y="17"/>
                  </a:lnTo>
                  <a:close/>
                  <a:moveTo>
                    <a:pt x="150" y="155"/>
                  </a:moveTo>
                  <a:lnTo>
                    <a:pt x="145" y="160"/>
                  </a:lnTo>
                  <a:lnTo>
                    <a:pt x="145" y="161"/>
                  </a:lnTo>
                  <a:lnTo>
                    <a:pt x="141" y="158"/>
                  </a:lnTo>
                  <a:lnTo>
                    <a:pt x="136" y="155"/>
                  </a:lnTo>
                  <a:lnTo>
                    <a:pt x="131" y="152"/>
                  </a:lnTo>
                  <a:lnTo>
                    <a:pt x="127" y="148"/>
                  </a:lnTo>
                  <a:lnTo>
                    <a:pt x="123" y="145"/>
                  </a:lnTo>
                  <a:lnTo>
                    <a:pt x="118" y="141"/>
                  </a:lnTo>
                  <a:lnTo>
                    <a:pt x="114" y="138"/>
                  </a:lnTo>
                  <a:lnTo>
                    <a:pt x="110" y="134"/>
                  </a:lnTo>
                  <a:lnTo>
                    <a:pt x="106" y="130"/>
                  </a:lnTo>
                  <a:lnTo>
                    <a:pt x="102" y="126"/>
                  </a:lnTo>
                  <a:lnTo>
                    <a:pt x="98" y="122"/>
                  </a:lnTo>
                  <a:lnTo>
                    <a:pt x="95" y="117"/>
                  </a:lnTo>
                  <a:lnTo>
                    <a:pt x="91" y="113"/>
                  </a:lnTo>
                  <a:lnTo>
                    <a:pt x="88" y="108"/>
                  </a:lnTo>
                  <a:lnTo>
                    <a:pt x="85" y="104"/>
                  </a:lnTo>
                  <a:lnTo>
                    <a:pt x="81" y="99"/>
                  </a:lnTo>
                  <a:lnTo>
                    <a:pt x="78" y="95"/>
                  </a:lnTo>
                  <a:lnTo>
                    <a:pt x="75" y="90"/>
                  </a:lnTo>
                  <a:lnTo>
                    <a:pt x="72" y="85"/>
                  </a:lnTo>
                  <a:lnTo>
                    <a:pt x="70" y="80"/>
                  </a:lnTo>
                  <a:lnTo>
                    <a:pt x="67" y="75"/>
                  </a:lnTo>
                  <a:lnTo>
                    <a:pt x="64" y="71"/>
                  </a:lnTo>
                  <a:lnTo>
                    <a:pt x="62" y="66"/>
                  </a:lnTo>
                  <a:lnTo>
                    <a:pt x="60" y="61"/>
                  </a:lnTo>
                  <a:lnTo>
                    <a:pt x="58" y="56"/>
                  </a:lnTo>
                  <a:lnTo>
                    <a:pt x="56" y="51"/>
                  </a:lnTo>
                  <a:lnTo>
                    <a:pt x="54" y="46"/>
                  </a:lnTo>
                  <a:lnTo>
                    <a:pt x="52" y="41"/>
                  </a:lnTo>
                  <a:lnTo>
                    <a:pt x="50" y="36"/>
                  </a:lnTo>
                  <a:lnTo>
                    <a:pt x="48" y="31"/>
                  </a:lnTo>
                  <a:lnTo>
                    <a:pt x="47" y="26"/>
                  </a:lnTo>
                  <a:lnTo>
                    <a:pt x="46" y="22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6" y="29"/>
                  </a:lnTo>
                  <a:lnTo>
                    <a:pt x="57" y="34"/>
                  </a:lnTo>
                  <a:lnTo>
                    <a:pt x="59" y="38"/>
                  </a:lnTo>
                  <a:lnTo>
                    <a:pt x="61" y="43"/>
                  </a:lnTo>
                  <a:lnTo>
                    <a:pt x="62" y="48"/>
                  </a:lnTo>
                  <a:lnTo>
                    <a:pt x="64" y="53"/>
                  </a:lnTo>
                  <a:lnTo>
                    <a:pt x="67" y="58"/>
                  </a:lnTo>
                  <a:lnTo>
                    <a:pt x="69" y="62"/>
                  </a:lnTo>
                  <a:lnTo>
                    <a:pt x="71" y="67"/>
                  </a:lnTo>
                  <a:lnTo>
                    <a:pt x="74" y="72"/>
                  </a:lnTo>
                  <a:lnTo>
                    <a:pt x="76" y="77"/>
                  </a:lnTo>
                  <a:lnTo>
                    <a:pt x="79" y="81"/>
                  </a:lnTo>
                  <a:lnTo>
                    <a:pt x="82" y="86"/>
                  </a:lnTo>
                  <a:lnTo>
                    <a:pt x="84" y="91"/>
                  </a:lnTo>
                  <a:lnTo>
                    <a:pt x="87" y="95"/>
                  </a:lnTo>
                  <a:lnTo>
                    <a:pt x="91" y="100"/>
                  </a:lnTo>
                  <a:lnTo>
                    <a:pt x="94" y="104"/>
                  </a:lnTo>
                  <a:lnTo>
                    <a:pt x="97" y="108"/>
                  </a:lnTo>
                  <a:lnTo>
                    <a:pt x="101" y="112"/>
                  </a:lnTo>
                  <a:lnTo>
                    <a:pt x="104" y="117"/>
                  </a:lnTo>
                  <a:lnTo>
                    <a:pt x="108" y="121"/>
                  </a:lnTo>
                  <a:lnTo>
                    <a:pt x="111" y="125"/>
                  </a:lnTo>
                  <a:lnTo>
                    <a:pt x="115" y="128"/>
                  </a:lnTo>
                  <a:lnTo>
                    <a:pt x="119" y="132"/>
                  </a:lnTo>
                  <a:lnTo>
                    <a:pt x="123" y="136"/>
                  </a:lnTo>
                  <a:lnTo>
                    <a:pt x="127" y="139"/>
                  </a:lnTo>
                  <a:lnTo>
                    <a:pt x="131" y="143"/>
                  </a:lnTo>
                  <a:lnTo>
                    <a:pt x="136" y="146"/>
                  </a:lnTo>
                  <a:lnTo>
                    <a:pt x="140" y="149"/>
                  </a:lnTo>
                  <a:lnTo>
                    <a:pt x="145" y="152"/>
                  </a:lnTo>
                  <a:lnTo>
                    <a:pt x="149" y="155"/>
                  </a:lnTo>
                  <a:lnTo>
                    <a:pt x="150" y="155"/>
                  </a:lnTo>
                  <a:close/>
                  <a:moveTo>
                    <a:pt x="149" y="155"/>
                  </a:moveTo>
                  <a:lnTo>
                    <a:pt x="150" y="155"/>
                  </a:lnTo>
                  <a:lnTo>
                    <a:pt x="150" y="155"/>
                  </a:lnTo>
                  <a:lnTo>
                    <a:pt x="149" y="155"/>
                  </a:lnTo>
                  <a:close/>
                  <a:moveTo>
                    <a:pt x="145" y="160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45" y="160"/>
                  </a:lnTo>
                  <a:close/>
                  <a:moveTo>
                    <a:pt x="151" y="158"/>
                  </a:moveTo>
                  <a:lnTo>
                    <a:pt x="145" y="160"/>
                  </a:lnTo>
                  <a:lnTo>
                    <a:pt x="145" y="160"/>
                  </a:lnTo>
                  <a:lnTo>
                    <a:pt x="150" y="155"/>
                  </a:lnTo>
                  <a:lnTo>
                    <a:pt x="150" y="155"/>
                  </a:lnTo>
                  <a:lnTo>
                    <a:pt x="151" y="158"/>
                  </a:lnTo>
                  <a:close/>
                  <a:moveTo>
                    <a:pt x="150" y="155"/>
                  </a:moveTo>
                  <a:lnTo>
                    <a:pt x="151" y="156"/>
                  </a:lnTo>
                  <a:lnTo>
                    <a:pt x="151" y="158"/>
                  </a:lnTo>
                  <a:lnTo>
                    <a:pt x="150" y="155"/>
                  </a:lnTo>
                  <a:close/>
                  <a:moveTo>
                    <a:pt x="150" y="162"/>
                  </a:moveTo>
                  <a:lnTo>
                    <a:pt x="144" y="160"/>
                  </a:lnTo>
                  <a:lnTo>
                    <a:pt x="144" y="158"/>
                  </a:lnTo>
                  <a:lnTo>
                    <a:pt x="151" y="158"/>
                  </a:lnTo>
                  <a:lnTo>
                    <a:pt x="151" y="160"/>
                  </a:lnTo>
                  <a:lnTo>
                    <a:pt x="150" y="162"/>
                  </a:lnTo>
                  <a:close/>
                  <a:moveTo>
                    <a:pt x="151" y="160"/>
                  </a:moveTo>
                  <a:lnTo>
                    <a:pt x="151" y="161"/>
                  </a:lnTo>
                  <a:lnTo>
                    <a:pt x="150" y="162"/>
                  </a:lnTo>
                  <a:lnTo>
                    <a:pt x="151" y="160"/>
                  </a:lnTo>
                  <a:close/>
                  <a:moveTo>
                    <a:pt x="146" y="162"/>
                  </a:moveTo>
                  <a:lnTo>
                    <a:pt x="144" y="158"/>
                  </a:lnTo>
                  <a:lnTo>
                    <a:pt x="145" y="157"/>
                  </a:lnTo>
                  <a:lnTo>
                    <a:pt x="150" y="162"/>
                  </a:lnTo>
                  <a:lnTo>
                    <a:pt x="149" y="163"/>
                  </a:lnTo>
                  <a:lnTo>
                    <a:pt x="146" y="162"/>
                  </a:lnTo>
                  <a:close/>
                  <a:moveTo>
                    <a:pt x="108" y="60"/>
                  </a:move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lnTo>
                    <a:pt x="101" y="63"/>
                  </a:lnTo>
                  <a:lnTo>
                    <a:pt x="108" y="60"/>
                  </a:lnTo>
                  <a:close/>
                  <a:moveTo>
                    <a:pt x="109" y="63"/>
                  </a:moveTo>
                  <a:lnTo>
                    <a:pt x="102" y="66"/>
                  </a:lnTo>
                  <a:lnTo>
                    <a:pt x="108" y="60"/>
                  </a:lnTo>
                  <a:lnTo>
                    <a:pt x="109" y="63"/>
                  </a:lnTo>
                  <a:close/>
                  <a:moveTo>
                    <a:pt x="108" y="60"/>
                  </a:moveTo>
                  <a:lnTo>
                    <a:pt x="109" y="61"/>
                  </a:lnTo>
                  <a:lnTo>
                    <a:pt x="109" y="63"/>
                  </a:lnTo>
                  <a:lnTo>
                    <a:pt x="108" y="60"/>
                  </a:lnTo>
                  <a:close/>
                  <a:moveTo>
                    <a:pt x="102" y="65"/>
                  </a:moveTo>
                  <a:lnTo>
                    <a:pt x="102" y="65"/>
                  </a:lnTo>
                  <a:lnTo>
                    <a:pt x="101" y="63"/>
                  </a:lnTo>
                  <a:lnTo>
                    <a:pt x="109" y="63"/>
                  </a:lnTo>
                  <a:lnTo>
                    <a:pt x="109" y="64"/>
                  </a:lnTo>
                  <a:lnTo>
                    <a:pt x="102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4"/>
            <p:cNvSpPr/>
            <p:nvPr/>
          </p:nvSpPr>
          <p:spPr>
            <a:xfrm>
              <a:off x="4557569" y="1841912"/>
              <a:ext cx="293687" cy="212725"/>
            </a:xfrm>
            <a:custGeom>
              <a:rect b="b" l="l" r="r" t="t"/>
              <a:pathLst>
                <a:path extrusionOk="0" h="131" w="180">
                  <a:moveTo>
                    <a:pt x="4" y="0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8" y="9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10" y="23"/>
                  </a:lnTo>
                  <a:lnTo>
                    <a:pt x="11" y="28"/>
                  </a:lnTo>
                  <a:lnTo>
                    <a:pt x="13" y="34"/>
                  </a:lnTo>
                  <a:lnTo>
                    <a:pt x="15" y="39"/>
                  </a:lnTo>
                  <a:lnTo>
                    <a:pt x="18" y="44"/>
                  </a:lnTo>
                  <a:lnTo>
                    <a:pt x="21" y="49"/>
                  </a:lnTo>
                  <a:lnTo>
                    <a:pt x="24" y="54"/>
                  </a:lnTo>
                  <a:lnTo>
                    <a:pt x="28" y="60"/>
                  </a:lnTo>
                  <a:lnTo>
                    <a:pt x="32" y="65"/>
                  </a:lnTo>
                  <a:lnTo>
                    <a:pt x="37" y="70"/>
                  </a:lnTo>
                  <a:lnTo>
                    <a:pt x="41" y="75"/>
                  </a:lnTo>
                  <a:lnTo>
                    <a:pt x="46" y="80"/>
                  </a:lnTo>
                  <a:lnTo>
                    <a:pt x="52" y="84"/>
                  </a:lnTo>
                  <a:lnTo>
                    <a:pt x="57" y="89"/>
                  </a:lnTo>
                  <a:lnTo>
                    <a:pt x="63" y="93"/>
                  </a:lnTo>
                  <a:lnTo>
                    <a:pt x="70" y="97"/>
                  </a:lnTo>
                  <a:lnTo>
                    <a:pt x="76" y="101"/>
                  </a:lnTo>
                  <a:lnTo>
                    <a:pt x="83" y="105"/>
                  </a:lnTo>
                  <a:lnTo>
                    <a:pt x="91" y="108"/>
                  </a:lnTo>
                  <a:lnTo>
                    <a:pt x="98" y="111"/>
                  </a:lnTo>
                  <a:lnTo>
                    <a:pt x="106" y="114"/>
                  </a:lnTo>
                  <a:lnTo>
                    <a:pt x="114" y="117"/>
                  </a:lnTo>
                  <a:lnTo>
                    <a:pt x="122" y="119"/>
                  </a:lnTo>
                  <a:lnTo>
                    <a:pt x="130" y="121"/>
                  </a:lnTo>
                  <a:lnTo>
                    <a:pt x="139" y="122"/>
                  </a:lnTo>
                  <a:lnTo>
                    <a:pt x="148" y="123"/>
                  </a:lnTo>
                  <a:lnTo>
                    <a:pt x="157" y="124"/>
                  </a:lnTo>
                  <a:lnTo>
                    <a:pt x="167" y="124"/>
                  </a:lnTo>
                  <a:lnTo>
                    <a:pt x="176" y="124"/>
                  </a:lnTo>
                  <a:lnTo>
                    <a:pt x="176" y="130"/>
                  </a:lnTo>
                  <a:lnTo>
                    <a:pt x="167" y="131"/>
                  </a:lnTo>
                  <a:lnTo>
                    <a:pt x="157" y="131"/>
                  </a:lnTo>
                  <a:lnTo>
                    <a:pt x="147" y="131"/>
                  </a:lnTo>
                  <a:lnTo>
                    <a:pt x="138" y="130"/>
                  </a:lnTo>
                  <a:lnTo>
                    <a:pt x="129" y="128"/>
                  </a:lnTo>
                  <a:lnTo>
                    <a:pt x="120" y="126"/>
                  </a:lnTo>
                  <a:lnTo>
                    <a:pt x="112" y="124"/>
                  </a:lnTo>
                  <a:lnTo>
                    <a:pt x="103" y="121"/>
                  </a:lnTo>
                  <a:lnTo>
                    <a:pt x="95" y="118"/>
                  </a:lnTo>
                  <a:lnTo>
                    <a:pt x="87" y="115"/>
                  </a:lnTo>
                  <a:lnTo>
                    <a:pt x="80" y="111"/>
                  </a:lnTo>
                  <a:lnTo>
                    <a:pt x="73" y="108"/>
                  </a:lnTo>
                  <a:lnTo>
                    <a:pt x="66" y="104"/>
                  </a:lnTo>
                  <a:lnTo>
                    <a:pt x="59" y="99"/>
                  </a:lnTo>
                  <a:lnTo>
                    <a:pt x="53" y="95"/>
                  </a:lnTo>
                  <a:lnTo>
                    <a:pt x="47" y="90"/>
                  </a:lnTo>
                  <a:lnTo>
                    <a:pt x="41" y="85"/>
                  </a:lnTo>
                  <a:lnTo>
                    <a:pt x="36" y="80"/>
                  </a:lnTo>
                  <a:lnTo>
                    <a:pt x="31" y="75"/>
                  </a:lnTo>
                  <a:lnTo>
                    <a:pt x="26" y="69"/>
                  </a:lnTo>
                  <a:lnTo>
                    <a:pt x="22" y="64"/>
                  </a:lnTo>
                  <a:lnTo>
                    <a:pt x="18" y="59"/>
                  </a:lnTo>
                  <a:lnTo>
                    <a:pt x="15" y="53"/>
                  </a:lnTo>
                  <a:lnTo>
                    <a:pt x="11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4" y="31"/>
                  </a:lnTo>
                  <a:lnTo>
                    <a:pt x="3" y="25"/>
                  </a:lnTo>
                  <a:lnTo>
                    <a:pt x="1" y="20"/>
                  </a:lnTo>
                  <a:lnTo>
                    <a:pt x="1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0"/>
                  </a:lnTo>
                  <a:close/>
                  <a:moveTo>
                    <a:pt x="0" y="4"/>
                  </a:moveTo>
                  <a:lnTo>
                    <a:pt x="1" y="0"/>
                  </a:lnTo>
                  <a:lnTo>
                    <a:pt x="4" y="0"/>
                  </a:lnTo>
                  <a:lnTo>
                    <a:pt x="0" y="4"/>
                  </a:lnTo>
                  <a:close/>
                  <a:moveTo>
                    <a:pt x="44" y="9"/>
                  </a:moveTo>
                  <a:lnTo>
                    <a:pt x="37" y="11"/>
                  </a:lnTo>
                  <a:lnTo>
                    <a:pt x="39" y="13"/>
                  </a:lnTo>
                  <a:lnTo>
                    <a:pt x="38" y="13"/>
                  </a:lnTo>
                  <a:lnTo>
                    <a:pt x="37" y="13"/>
                  </a:lnTo>
                  <a:lnTo>
                    <a:pt x="36" y="13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2" y="12"/>
                  </a:lnTo>
                  <a:lnTo>
                    <a:pt x="31" y="11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7" y="10"/>
                  </a:lnTo>
                  <a:lnTo>
                    <a:pt x="26" y="10"/>
                  </a:lnTo>
                  <a:lnTo>
                    <a:pt x="25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8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8" y="5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4" y="9"/>
                  </a:lnTo>
                  <a:close/>
                  <a:moveTo>
                    <a:pt x="41" y="6"/>
                  </a:moveTo>
                  <a:lnTo>
                    <a:pt x="43" y="7"/>
                  </a:lnTo>
                  <a:lnTo>
                    <a:pt x="44" y="9"/>
                  </a:lnTo>
                  <a:lnTo>
                    <a:pt x="41" y="6"/>
                  </a:lnTo>
                  <a:close/>
                  <a:moveTo>
                    <a:pt x="177" y="129"/>
                  </a:moveTo>
                  <a:lnTo>
                    <a:pt x="176" y="124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62" y="126"/>
                  </a:lnTo>
                  <a:lnTo>
                    <a:pt x="155" y="123"/>
                  </a:lnTo>
                  <a:lnTo>
                    <a:pt x="149" y="120"/>
                  </a:lnTo>
                  <a:lnTo>
                    <a:pt x="142" y="117"/>
                  </a:lnTo>
                  <a:lnTo>
                    <a:pt x="136" y="114"/>
                  </a:lnTo>
                  <a:lnTo>
                    <a:pt x="130" y="111"/>
                  </a:lnTo>
                  <a:lnTo>
                    <a:pt x="124" y="107"/>
                  </a:lnTo>
                  <a:lnTo>
                    <a:pt x="119" y="104"/>
                  </a:lnTo>
                  <a:lnTo>
                    <a:pt x="113" y="101"/>
                  </a:lnTo>
                  <a:lnTo>
                    <a:pt x="108" y="97"/>
                  </a:lnTo>
                  <a:lnTo>
                    <a:pt x="103" y="93"/>
                  </a:lnTo>
                  <a:lnTo>
                    <a:pt x="98" y="90"/>
                  </a:lnTo>
                  <a:lnTo>
                    <a:pt x="93" y="86"/>
                  </a:lnTo>
                  <a:lnTo>
                    <a:pt x="89" y="82"/>
                  </a:lnTo>
                  <a:lnTo>
                    <a:pt x="84" y="78"/>
                  </a:lnTo>
                  <a:lnTo>
                    <a:pt x="80" y="74"/>
                  </a:lnTo>
                  <a:lnTo>
                    <a:pt x="76" y="70"/>
                  </a:lnTo>
                  <a:lnTo>
                    <a:pt x="72" y="66"/>
                  </a:lnTo>
                  <a:lnTo>
                    <a:pt x="68" y="62"/>
                  </a:lnTo>
                  <a:lnTo>
                    <a:pt x="64" y="58"/>
                  </a:lnTo>
                  <a:lnTo>
                    <a:pt x="61" y="54"/>
                  </a:lnTo>
                  <a:lnTo>
                    <a:pt x="58" y="49"/>
                  </a:lnTo>
                  <a:lnTo>
                    <a:pt x="55" y="45"/>
                  </a:lnTo>
                  <a:lnTo>
                    <a:pt x="52" y="41"/>
                  </a:lnTo>
                  <a:lnTo>
                    <a:pt x="49" y="37"/>
                  </a:lnTo>
                  <a:lnTo>
                    <a:pt x="47" y="32"/>
                  </a:lnTo>
                  <a:lnTo>
                    <a:pt x="44" y="28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5"/>
                  </a:lnTo>
                  <a:lnTo>
                    <a:pt x="37" y="11"/>
                  </a:lnTo>
                  <a:lnTo>
                    <a:pt x="44" y="9"/>
                  </a:lnTo>
                  <a:lnTo>
                    <a:pt x="45" y="13"/>
                  </a:lnTo>
                  <a:lnTo>
                    <a:pt x="47" y="17"/>
                  </a:lnTo>
                  <a:lnTo>
                    <a:pt x="49" y="21"/>
                  </a:lnTo>
                  <a:lnTo>
                    <a:pt x="51" y="25"/>
                  </a:lnTo>
                  <a:lnTo>
                    <a:pt x="53" y="29"/>
                  </a:lnTo>
                  <a:lnTo>
                    <a:pt x="56" y="33"/>
                  </a:lnTo>
                  <a:lnTo>
                    <a:pt x="58" y="37"/>
                  </a:lnTo>
                  <a:lnTo>
                    <a:pt x="61" y="41"/>
                  </a:lnTo>
                  <a:lnTo>
                    <a:pt x="64" y="45"/>
                  </a:lnTo>
                  <a:lnTo>
                    <a:pt x="67" y="49"/>
                  </a:lnTo>
                  <a:lnTo>
                    <a:pt x="70" y="53"/>
                  </a:lnTo>
                  <a:lnTo>
                    <a:pt x="74" y="57"/>
                  </a:lnTo>
                  <a:lnTo>
                    <a:pt x="77" y="61"/>
                  </a:lnTo>
                  <a:lnTo>
                    <a:pt x="81" y="65"/>
                  </a:lnTo>
                  <a:lnTo>
                    <a:pt x="85" y="69"/>
                  </a:lnTo>
                  <a:lnTo>
                    <a:pt x="89" y="73"/>
                  </a:lnTo>
                  <a:lnTo>
                    <a:pt x="93" y="76"/>
                  </a:lnTo>
                  <a:lnTo>
                    <a:pt x="98" y="80"/>
                  </a:lnTo>
                  <a:lnTo>
                    <a:pt x="102" y="84"/>
                  </a:lnTo>
                  <a:lnTo>
                    <a:pt x="107" y="87"/>
                  </a:lnTo>
                  <a:lnTo>
                    <a:pt x="112" y="91"/>
                  </a:lnTo>
                  <a:lnTo>
                    <a:pt x="117" y="94"/>
                  </a:lnTo>
                  <a:lnTo>
                    <a:pt x="123" y="98"/>
                  </a:lnTo>
                  <a:lnTo>
                    <a:pt x="128" y="101"/>
                  </a:lnTo>
                  <a:lnTo>
                    <a:pt x="134" y="104"/>
                  </a:lnTo>
                  <a:lnTo>
                    <a:pt x="140" y="107"/>
                  </a:lnTo>
                  <a:lnTo>
                    <a:pt x="146" y="110"/>
                  </a:lnTo>
                  <a:lnTo>
                    <a:pt x="152" y="113"/>
                  </a:lnTo>
                  <a:lnTo>
                    <a:pt x="158" y="116"/>
                  </a:lnTo>
                  <a:lnTo>
                    <a:pt x="164" y="119"/>
                  </a:lnTo>
                  <a:lnTo>
                    <a:pt x="171" y="122"/>
                  </a:lnTo>
                  <a:lnTo>
                    <a:pt x="178" y="124"/>
                  </a:lnTo>
                  <a:lnTo>
                    <a:pt x="177" y="129"/>
                  </a:lnTo>
                  <a:close/>
                  <a:moveTo>
                    <a:pt x="145" y="63"/>
                  </a:moveTo>
                  <a:lnTo>
                    <a:pt x="139" y="67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5" y="63"/>
                  </a:lnTo>
                  <a:close/>
                  <a:moveTo>
                    <a:pt x="144" y="61"/>
                  </a:moveTo>
                  <a:lnTo>
                    <a:pt x="145" y="62"/>
                  </a:lnTo>
                  <a:lnTo>
                    <a:pt x="145" y="63"/>
                  </a:lnTo>
                  <a:lnTo>
                    <a:pt x="144" y="61"/>
                  </a:lnTo>
                  <a:close/>
                  <a:moveTo>
                    <a:pt x="146" y="88"/>
                  </a:move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close/>
                  <a:moveTo>
                    <a:pt x="144" y="61"/>
                  </a:moveTo>
                  <a:lnTo>
                    <a:pt x="139" y="67"/>
                  </a:lnTo>
                  <a:lnTo>
                    <a:pt x="145" y="63"/>
                  </a:lnTo>
                  <a:lnTo>
                    <a:pt x="145" y="64"/>
                  </a:lnTo>
                  <a:lnTo>
                    <a:pt x="145" y="64"/>
                  </a:lnTo>
                  <a:lnTo>
                    <a:pt x="146" y="65"/>
                  </a:lnTo>
                  <a:lnTo>
                    <a:pt x="146" y="66"/>
                  </a:lnTo>
                  <a:lnTo>
                    <a:pt x="146" y="67"/>
                  </a:lnTo>
                  <a:lnTo>
                    <a:pt x="146" y="67"/>
                  </a:lnTo>
                  <a:lnTo>
                    <a:pt x="147" y="68"/>
                  </a:lnTo>
                  <a:lnTo>
                    <a:pt x="147" y="69"/>
                  </a:lnTo>
                  <a:lnTo>
                    <a:pt x="147" y="70"/>
                  </a:lnTo>
                  <a:lnTo>
                    <a:pt x="147" y="70"/>
                  </a:lnTo>
                  <a:lnTo>
                    <a:pt x="147" y="71"/>
                  </a:lnTo>
                  <a:lnTo>
                    <a:pt x="148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4"/>
                  </a:lnTo>
                  <a:lnTo>
                    <a:pt x="149" y="74"/>
                  </a:lnTo>
                  <a:lnTo>
                    <a:pt x="149" y="75"/>
                  </a:lnTo>
                  <a:lnTo>
                    <a:pt x="149" y="76"/>
                  </a:lnTo>
                  <a:lnTo>
                    <a:pt x="149" y="77"/>
                  </a:lnTo>
                  <a:lnTo>
                    <a:pt x="150" y="77"/>
                  </a:lnTo>
                  <a:lnTo>
                    <a:pt x="150" y="78"/>
                  </a:lnTo>
                  <a:lnTo>
                    <a:pt x="150" y="79"/>
                  </a:lnTo>
                  <a:lnTo>
                    <a:pt x="150" y="79"/>
                  </a:lnTo>
                  <a:lnTo>
                    <a:pt x="151" y="80"/>
                  </a:lnTo>
                  <a:lnTo>
                    <a:pt x="151" y="81"/>
                  </a:lnTo>
                  <a:lnTo>
                    <a:pt x="151" y="81"/>
                  </a:lnTo>
                  <a:lnTo>
                    <a:pt x="152" y="82"/>
                  </a:lnTo>
                  <a:lnTo>
                    <a:pt x="152" y="83"/>
                  </a:lnTo>
                  <a:lnTo>
                    <a:pt x="152" y="83"/>
                  </a:lnTo>
                  <a:lnTo>
                    <a:pt x="152" y="84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7"/>
                  </a:lnTo>
                  <a:lnTo>
                    <a:pt x="145" y="86"/>
                  </a:lnTo>
                  <a:lnTo>
                    <a:pt x="145" y="85"/>
                  </a:lnTo>
                  <a:lnTo>
                    <a:pt x="145" y="85"/>
                  </a:lnTo>
                  <a:lnTo>
                    <a:pt x="144" y="84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2"/>
                  </a:lnTo>
                  <a:lnTo>
                    <a:pt x="143" y="81"/>
                  </a:lnTo>
                  <a:lnTo>
                    <a:pt x="143" y="81"/>
                  </a:lnTo>
                  <a:lnTo>
                    <a:pt x="143" y="80"/>
                  </a:lnTo>
                  <a:lnTo>
                    <a:pt x="142" y="79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2" y="77"/>
                  </a:lnTo>
                  <a:lnTo>
                    <a:pt x="141" y="76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4"/>
                  </a:lnTo>
                  <a:lnTo>
                    <a:pt x="140" y="73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40" y="71"/>
                  </a:lnTo>
                  <a:lnTo>
                    <a:pt x="139" y="70"/>
                  </a:lnTo>
                  <a:lnTo>
                    <a:pt x="139" y="70"/>
                  </a:lnTo>
                  <a:lnTo>
                    <a:pt x="139" y="69"/>
                  </a:lnTo>
                  <a:lnTo>
                    <a:pt x="139" y="68"/>
                  </a:lnTo>
                  <a:lnTo>
                    <a:pt x="139" y="67"/>
                  </a:lnTo>
                  <a:lnTo>
                    <a:pt x="138" y="66"/>
                  </a:lnTo>
                  <a:lnTo>
                    <a:pt x="138" y="66"/>
                  </a:lnTo>
                  <a:lnTo>
                    <a:pt x="138" y="65"/>
                  </a:lnTo>
                  <a:lnTo>
                    <a:pt x="144" y="61"/>
                  </a:lnTo>
                  <a:close/>
                  <a:moveTo>
                    <a:pt x="148" y="93"/>
                  </a:move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close/>
                  <a:moveTo>
                    <a:pt x="153" y="85"/>
                  </a:moveTo>
                  <a:lnTo>
                    <a:pt x="146" y="88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3" y="86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8"/>
                  </a:lnTo>
                  <a:lnTo>
                    <a:pt x="154" y="89"/>
                  </a:lnTo>
                  <a:lnTo>
                    <a:pt x="154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48" y="93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8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1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90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9"/>
                  </a:lnTo>
                  <a:lnTo>
                    <a:pt x="146" y="88"/>
                  </a:lnTo>
                  <a:lnTo>
                    <a:pt x="153" y="85"/>
                  </a:lnTo>
                  <a:close/>
                  <a:moveTo>
                    <a:pt x="163" y="111"/>
                  </a:move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close/>
                  <a:moveTo>
                    <a:pt x="165" y="121"/>
                  </a:moveTo>
                  <a:lnTo>
                    <a:pt x="169" y="115"/>
                  </a:lnTo>
                  <a:lnTo>
                    <a:pt x="165" y="121"/>
                  </a:lnTo>
                  <a:lnTo>
                    <a:pt x="165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1"/>
                  </a:lnTo>
                  <a:lnTo>
                    <a:pt x="164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3" y="120"/>
                  </a:lnTo>
                  <a:lnTo>
                    <a:pt x="162" y="120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2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9"/>
                  </a:lnTo>
                  <a:lnTo>
                    <a:pt x="161" y="118"/>
                  </a:lnTo>
                  <a:lnTo>
                    <a:pt x="161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60" y="118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9" y="117"/>
                  </a:lnTo>
                  <a:lnTo>
                    <a:pt x="158" y="117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4" y="111"/>
                  </a:lnTo>
                  <a:lnTo>
                    <a:pt x="164" y="111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4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2"/>
                  </a:lnTo>
                  <a:lnTo>
                    <a:pt x="165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7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9" y="115"/>
                  </a:lnTo>
                  <a:lnTo>
                    <a:pt x="165" y="121"/>
                  </a:lnTo>
                  <a:close/>
                  <a:moveTo>
                    <a:pt x="152" y="111"/>
                  </a:moveTo>
                  <a:lnTo>
                    <a:pt x="156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7" y="106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8" y="107"/>
                  </a:lnTo>
                  <a:lnTo>
                    <a:pt x="159" y="107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59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8"/>
                  </a:lnTo>
                  <a:lnTo>
                    <a:pt x="160" y="109"/>
                  </a:lnTo>
                  <a:lnTo>
                    <a:pt x="160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62" y="110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8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6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5"/>
                  </a:lnTo>
                  <a:lnTo>
                    <a:pt x="156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5" y="114"/>
                  </a:lnTo>
                  <a:lnTo>
                    <a:pt x="154" y="114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4" y="113"/>
                  </a:lnTo>
                  <a:lnTo>
                    <a:pt x="153" y="113"/>
                  </a:lnTo>
                  <a:lnTo>
                    <a:pt x="153" y="113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3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2"/>
                  </a:lnTo>
                  <a:lnTo>
                    <a:pt x="152" y="111"/>
                  </a:lnTo>
                  <a:close/>
                  <a:moveTo>
                    <a:pt x="126" y="74"/>
                  </a:move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close/>
                  <a:moveTo>
                    <a:pt x="142" y="103"/>
                  </a:moveTo>
                  <a:lnTo>
                    <a:pt x="147" y="97"/>
                  </a:lnTo>
                  <a:lnTo>
                    <a:pt x="142" y="103"/>
                  </a:lnTo>
                  <a:lnTo>
                    <a:pt x="141" y="102"/>
                  </a:lnTo>
                  <a:lnTo>
                    <a:pt x="140" y="101"/>
                  </a:lnTo>
                  <a:lnTo>
                    <a:pt x="140" y="100"/>
                  </a:lnTo>
                  <a:lnTo>
                    <a:pt x="139" y="100"/>
                  </a:lnTo>
                  <a:lnTo>
                    <a:pt x="138" y="99"/>
                  </a:lnTo>
                  <a:lnTo>
                    <a:pt x="138" y="98"/>
                  </a:lnTo>
                  <a:lnTo>
                    <a:pt x="137" y="98"/>
                  </a:lnTo>
                  <a:lnTo>
                    <a:pt x="136" y="97"/>
                  </a:lnTo>
                  <a:lnTo>
                    <a:pt x="135" y="96"/>
                  </a:lnTo>
                  <a:lnTo>
                    <a:pt x="135" y="95"/>
                  </a:lnTo>
                  <a:lnTo>
                    <a:pt x="134" y="95"/>
                  </a:lnTo>
                  <a:lnTo>
                    <a:pt x="133" y="94"/>
                  </a:lnTo>
                  <a:lnTo>
                    <a:pt x="133" y="93"/>
                  </a:lnTo>
                  <a:lnTo>
                    <a:pt x="132" y="92"/>
                  </a:lnTo>
                  <a:lnTo>
                    <a:pt x="131" y="92"/>
                  </a:lnTo>
                  <a:lnTo>
                    <a:pt x="131" y="91"/>
                  </a:lnTo>
                  <a:lnTo>
                    <a:pt x="130" y="90"/>
                  </a:lnTo>
                  <a:lnTo>
                    <a:pt x="129" y="89"/>
                  </a:lnTo>
                  <a:lnTo>
                    <a:pt x="129" y="89"/>
                  </a:lnTo>
                  <a:lnTo>
                    <a:pt x="128" y="88"/>
                  </a:lnTo>
                  <a:lnTo>
                    <a:pt x="127" y="87"/>
                  </a:lnTo>
                  <a:lnTo>
                    <a:pt x="127" y="86"/>
                  </a:lnTo>
                  <a:lnTo>
                    <a:pt x="126" y="85"/>
                  </a:lnTo>
                  <a:lnTo>
                    <a:pt x="125" y="85"/>
                  </a:lnTo>
                  <a:lnTo>
                    <a:pt x="125" y="84"/>
                  </a:lnTo>
                  <a:lnTo>
                    <a:pt x="124" y="83"/>
                  </a:lnTo>
                  <a:lnTo>
                    <a:pt x="123" y="82"/>
                  </a:lnTo>
                  <a:lnTo>
                    <a:pt x="123" y="82"/>
                  </a:lnTo>
                  <a:lnTo>
                    <a:pt x="122" y="81"/>
                  </a:lnTo>
                  <a:lnTo>
                    <a:pt x="121" y="80"/>
                  </a:lnTo>
                  <a:lnTo>
                    <a:pt x="121" y="79"/>
                  </a:lnTo>
                  <a:lnTo>
                    <a:pt x="120" y="78"/>
                  </a:lnTo>
                  <a:lnTo>
                    <a:pt x="126" y="74"/>
                  </a:lnTo>
                  <a:lnTo>
                    <a:pt x="127" y="75"/>
                  </a:lnTo>
                  <a:lnTo>
                    <a:pt x="127" y="75"/>
                  </a:lnTo>
                  <a:lnTo>
                    <a:pt x="128" y="76"/>
                  </a:lnTo>
                  <a:lnTo>
                    <a:pt x="128" y="77"/>
                  </a:lnTo>
                  <a:lnTo>
                    <a:pt x="129" y="78"/>
                  </a:lnTo>
                  <a:lnTo>
                    <a:pt x="130" y="78"/>
                  </a:lnTo>
                  <a:lnTo>
                    <a:pt x="130" y="79"/>
                  </a:lnTo>
                  <a:lnTo>
                    <a:pt x="131" y="80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3" y="82"/>
                  </a:lnTo>
                  <a:lnTo>
                    <a:pt x="134" y="83"/>
                  </a:lnTo>
                  <a:lnTo>
                    <a:pt x="134" y="84"/>
                  </a:lnTo>
                  <a:lnTo>
                    <a:pt x="135" y="84"/>
                  </a:lnTo>
                  <a:lnTo>
                    <a:pt x="135" y="85"/>
                  </a:lnTo>
                  <a:lnTo>
                    <a:pt x="136" y="86"/>
                  </a:lnTo>
                  <a:lnTo>
                    <a:pt x="137" y="87"/>
                  </a:lnTo>
                  <a:lnTo>
                    <a:pt x="137" y="87"/>
                  </a:lnTo>
                  <a:lnTo>
                    <a:pt x="138" y="88"/>
                  </a:lnTo>
                  <a:lnTo>
                    <a:pt x="139" y="89"/>
                  </a:lnTo>
                  <a:lnTo>
                    <a:pt x="139" y="90"/>
                  </a:lnTo>
                  <a:lnTo>
                    <a:pt x="140" y="90"/>
                  </a:lnTo>
                  <a:lnTo>
                    <a:pt x="141" y="91"/>
                  </a:lnTo>
                  <a:lnTo>
                    <a:pt x="141" y="92"/>
                  </a:lnTo>
                  <a:lnTo>
                    <a:pt x="142" y="92"/>
                  </a:lnTo>
                  <a:lnTo>
                    <a:pt x="143" y="93"/>
                  </a:lnTo>
                  <a:lnTo>
                    <a:pt x="143" y="94"/>
                  </a:lnTo>
                  <a:lnTo>
                    <a:pt x="144" y="94"/>
                  </a:lnTo>
                  <a:lnTo>
                    <a:pt x="145" y="95"/>
                  </a:lnTo>
                  <a:lnTo>
                    <a:pt x="146" y="96"/>
                  </a:lnTo>
                  <a:lnTo>
                    <a:pt x="146" y="97"/>
                  </a:lnTo>
                  <a:lnTo>
                    <a:pt x="147" y="97"/>
                  </a:lnTo>
                  <a:lnTo>
                    <a:pt x="142" y="103"/>
                  </a:lnTo>
                  <a:close/>
                  <a:moveTo>
                    <a:pt x="180" y="122"/>
                  </a:moveTo>
                  <a:lnTo>
                    <a:pt x="180" y="122"/>
                  </a:lnTo>
                  <a:lnTo>
                    <a:pt x="175" y="127"/>
                  </a:lnTo>
                  <a:lnTo>
                    <a:pt x="175" y="127"/>
                  </a:lnTo>
                  <a:lnTo>
                    <a:pt x="18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4"/>
            <p:cNvSpPr/>
            <p:nvPr/>
          </p:nvSpPr>
          <p:spPr>
            <a:xfrm>
              <a:off x="4841732" y="1789525"/>
              <a:ext cx="242887" cy="263525"/>
            </a:xfrm>
            <a:custGeom>
              <a:rect b="b" l="l" r="r" t="t"/>
              <a:pathLst>
                <a:path extrusionOk="0" h="163" w="150">
                  <a:moveTo>
                    <a:pt x="146" y="1"/>
                  </a:moveTo>
                  <a:lnTo>
                    <a:pt x="150" y="4"/>
                  </a:lnTo>
                  <a:lnTo>
                    <a:pt x="150" y="10"/>
                  </a:lnTo>
                  <a:lnTo>
                    <a:pt x="150" y="15"/>
                  </a:lnTo>
                  <a:lnTo>
                    <a:pt x="150" y="20"/>
                  </a:lnTo>
                  <a:lnTo>
                    <a:pt x="149" y="25"/>
                  </a:lnTo>
                  <a:lnTo>
                    <a:pt x="148" y="31"/>
                  </a:lnTo>
                  <a:lnTo>
                    <a:pt x="146" y="36"/>
                  </a:lnTo>
                  <a:lnTo>
                    <a:pt x="145" y="42"/>
                  </a:lnTo>
                  <a:lnTo>
                    <a:pt x="143" y="47"/>
                  </a:lnTo>
                  <a:lnTo>
                    <a:pt x="140" y="53"/>
                  </a:lnTo>
                  <a:lnTo>
                    <a:pt x="138" y="58"/>
                  </a:lnTo>
                  <a:lnTo>
                    <a:pt x="135" y="64"/>
                  </a:lnTo>
                  <a:lnTo>
                    <a:pt x="132" y="69"/>
                  </a:lnTo>
                  <a:lnTo>
                    <a:pt x="128" y="75"/>
                  </a:lnTo>
                  <a:lnTo>
                    <a:pt x="124" y="80"/>
                  </a:lnTo>
                  <a:lnTo>
                    <a:pt x="120" y="86"/>
                  </a:lnTo>
                  <a:lnTo>
                    <a:pt x="116" y="91"/>
                  </a:lnTo>
                  <a:lnTo>
                    <a:pt x="111" y="97"/>
                  </a:lnTo>
                  <a:lnTo>
                    <a:pt x="106" y="102"/>
                  </a:lnTo>
                  <a:lnTo>
                    <a:pt x="101" y="107"/>
                  </a:lnTo>
                  <a:lnTo>
                    <a:pt x="95" y="112"/>
                  </a:lnTo>
                  <a:lnTo>
                    <a:pt x="89" y="118"/>
                  </a:lnTo>
                  <a:lnTo>
                    <a:pt x="83" y="122"/>
                  </a:lnTo>
                  <a:lnTo>
                    <a:pt x="76" y="127"/>
                  </a:lnTo>
                  <a:lnTo>
                    <a:pt x="70" y="132"/>
                  </a:lnTo>
                  <a:lnTo>
                    <a:pt x="63" y="137"/>
                  </a:lnTo>
                  <a:lnTo>
                    <a:pt x="55" y="141"/>
                  </a:lnTo>
                  <a:lnTo>
                    <a:pt x="48" y="145"/>
                  </a:lnTo>
                  <a:lnTo>
                    <a:pt x="40" y="149"/>
                  </a:lnTo>
                  <a:lnTo>
                    <a:pt x="31" y="153"/>
                  </a:lnTo>
                  <a:lnTo>
                    <a:pt x="23" y="157"/>
                  </a:lnTo>
                  <a:lnTo>
                    <a:pt x="14" y="161"/>
                  </a:lnTo>
                  <a:lnTo>
                    <a:pt x="6" y="163"/>
                  </a:lnTo>
                  <a:lnTo>
                    <a:pt x="3" y="157"/>
                  </a:lnTo>
                  <a:lnTo>
                    <a:pt x="12" y="154"/>
                  </a:lnTo>
                  <a:lnTo>
                    <a:pt x="20" y="150"/>
                  </a:lnTo>
                  <a:lnTo>
                    <a:pt x="28" y="147"/>
                  </a:lnTo>
                  <a:lnTo>
                    <a:pt x="36" y="143"/>
                  </a:lnTo>
                  <a:lnTo>
                    <a:pt x="44" y="139"/>
                  </a:lnTo>
                  <a:lnTo>
                    <a:pt x="51" y="135"/>
                  </a:lnTo>
                  <a:lnTo>
                    <a:pt x="59" y="130"/>
                  </a:lnTo>
                  <a:lnTo>
                    <a:pt x="65" y="126"/>
                  </a:lnTo>
                  <a:lnTo>
                    <a:pt x="72" y="121"/>
                  </a:lnTo>
                  <a:lnTo>
                    <a:pt x="78" y="117"/>
                  </a:lnTo>
                  <a:lnTo>
                    <a:pt x="84" y="112"/>
                  </a:lnTo>
                  <a:lnTo>
                    <a:pt x="90" y="107"/>
                  </a:lnTo>
                  <a:lnTo>
                    <a:pt x="95" y="102"/>
                  </a:lnTo>
                  <a:lnTo>
                    <a:pt x="101" y="97"/>
                  </a:lnTo>
                  <a:lnTo>
                    <a:pt x="105" y="92"/>
                  </a:lnTo>
                  <a:lnTo>
                    <a:pt x="110" y="87"/>
                  </a:lnTo>
                  <a:lnTo>
                    <a:pt x="114" y="81"/>
                  </a:lnTo>
                  <a:lnTo>
                    <a:pt x="118" y="76"/>
                  </a:lnTo>
                  <a:lnTo>
                    <a:pt x="122" y="71"/>
                  </a:lnTo>
                  <a:lnTo>
                    <a:pt x="125" y="66"/>
                  </a:lnTo>
                  <a:lnTo>
                    <a:pt x="128" y="60"/>
                  </a:lnTo>
                  <a:lnTo>
                    <a:pt x="131" y="55"/>
                  </a:lnTo>
                  <a:lnTo>
                    <a:pt x="134" y="50"/>
                  </a:lnTo>
                  <a:lnTo>
                    <a:pt x="136" y="44"/>
                  </a:lnTo>
                  <a:lnTo>
                    <a:pt x="138" y="39"/>
                  </a:lnTo>
                  <a:lnTo>
                    <a:pt x="139" y="34"/>
                  </a:lnTo>
                  <a:lnTo>
                    <a:pt x="141" y="29"/>
                  </a:lnTo>
                  <a:lnTo>
                    <a:pt x="142" y="24"/>
                  </a:lnTo>
                  <a:lnTo>
                    <a:pt x="142" y="19"/>
                  </a:lnTo>
                  <a:lnTo>
                    <a:pt x="143" y="14"/>
                  </a:lnTo>
                  <a:lnTo>
                    <a:pt x="143" y="10"/>
                  </a:lnTo>
                  <a:lnTo>
                    <a:pt x="143" y="5"/>
                  </a:lnTo>
                  <a:lnTo>
                    <a:pt x="147" y="8"/>
                  </a:lnTo>
                  <a:lnTo>
                    <a:pt x="146" y="1"/>
                  </a:lnTo>
                  <a:close/>
                  <a:moveTo>
                    <a:pt x="146" y="1"/>
                  </a:moveTo>
                  <a:lnTo>
                    <a:pt x="150" y="0"/>
                  </a:lnTo>
                  <a:lnTo>
                    <a:pt x="150" y="4"/>
                  </a:lnTo>
                  <a:lnTo>
                    <a:pt x="146" y="1"/>
                  </a:lnTo>
                  <a:close/>
                  <a:moveTo>
                    <a:pt x="98" y="20"/>
                  </a:moveTo>
                  <a:lnTo>
                    <a:pt x="100" y="17"/>
                  </a:lnTo>
                  <a:lnTo>
                    <a:pt x="101" y="17"/>
                  </a:lnTo>
                  <a:lnTo>
                    <a:pt x="102" y="16"/>
                  </a:lnTo>
                  <a:lnTo>
                    <a:pt x="104" y="15"/>
                  </a:lnTo>
                  <a:lnTo>
                    <a:pt x="105" y="14"/>
                  </a:lnTo>
                  <a:lnTo>
                    <a:pt x="107" y="14"/>
                  </a:lnTo>
                  <a:lnTo>
                    <a:pt x="108" y="13"/>
                  </a:lnTo>
                  <a:lnTo>
                    <a:pt x="109" y="12"/>
                  </a:lnTo>
                  <a:lnTo>
                    <a:pt x="111" y="12"/>
                  </a:lnTo>
                  <a:lnTo>
                    <a:pt x="112" y="11"/>
                  </a:lnTo>
                  <a:lnTo>
                    <a:pt x="114" y="11"/>
                  </a:lnTo>
                  <a:lnTo>
                    <a:pt x="115" y="10"/>
                  </a:lnTo>
                  <a:lnTo>
                    <a:pt x="117" y="9"/>
                  </a:lnTo>
                  <a:lnTo>
                    <a:pt x="118" y="9"/>
                  </a:lnTo>
                  <a:lnTo>
                    <a:pt x="119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4" y="7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8" y="5"/>
                  </a:lnTo>
                  <a:lnTo>
                    <a:pt x="130" y="5"/>
                  </a:lnTo>
                  <a:lnTo>
                    <a:pt x="131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8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3" y="9"/>
                  </a:lnTo>
                  <a:lnTo>
                    <a:pt x="142" y="9"/>
                  </a:lnTo>
                  <a:lnTo>
                    <a:pt x="140" y="10"/>
                  </a:lnTo>
                  <a:lnTo>
                    <a:pt x="139" y="10"/>
                  </a:lnTo>
                  <a:lnTo>
                    <a:pt x="137" y="10"/>
                  </a:lnTo>
                  <a:lnTo>
                    <a:pt x="136" y="11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2" y="12"/>
                  </a:lnTo>
                  <a:lnTo>
                    <a:pt x="130" y="12"/>
                  </a:lnTo>
                  <a:lnTo>
                    <a:pt x="129" y="13"/>
                  </a:lnTo>
                  <a:lnTo>
                    <a:pt x="128" y="13"/>
                  </a:lnTo>
                  <a:lnTo>
                    <a:pt x="126" y="14"/>
                  </a:lnTo>
                  <a:lnTo>
                    <a:pt x="125" y="14"/>
                  </a:lnTo>
                  <a:lnTo>
                    <a:pt x="123" y="15"/>
                  </a:lnTo>
                  <a:lnTo>
                    <a:pt x="122" y="15"/>
                  </a:lnTo>
                  <a:lnTo>
                    <a:pt x="121" y="16"/>
                  </a:lnTo>
                  <a:lnTo>
                    <a:pt x="119" y="16"/>
                  </a:lnTo>
                  <a:lnTo>
                    <a:pt x="118" y="17"/>
                  </a:lnTo>
                  <a:lnTo>
                    <a:pt x="117" y="17"/>
                  </a:lnTo>
                  <a:lnTo>
                    <a:pt x="115" y="18"/>
                  </a:lnTo>
                  <a:lnTo>
                    <a:pt x="114" y="19"/>
                  </a:lnTo>
                  <a:lnTo>
                    <a:pt x="113" y="19"/>
                  </a:lnTo>
                  <a:lnTo>
                    <a:pt x="111" y="20"/>
                  </a:lnTo>
                  <a:lnTo>
                    <a:pt x="110" y="20"/>
                  </a:lnTo>
                  <a:lnTo>
                    <a:pt x="108" y="21"/>
                  </a:lnTo>
                  <a:lnTo>
                    <a:pt x="107" y="22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3" y="24"/>
                  </a:lnTo>
                  <a:lnTo>
                    <a:pt x="105" y="22"/>
                  </a:lnTo>
                  <a:lnTo>
                    <a:pt x="98" y="20"/>
                  </a:lnTo>
                  <a:close/>
                  <a:moveTo>
                    <a:pt x="98" y="20"/>
                  </a:moveTo>
                  <a:lnTo>
                    <a:pt x="98" y="18"/>
                  </a:lnTo>
                  <a:lnTo>
                    <a:pt x="100" y="17"/>
                  </a:lnTo>
                  <a:lnTo>
                    <a:pt x="98" y="20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6" y="152"/>
                  </a:lnTo>
                  <a:lnTo>
                    <a:pt x="11" y="149"/>
                  </a:lnTo>
                  <a:lnTo>
                    <a:pt x="15" y="146"/>
                  </a:lnTo>
                  <a:lnTo>
                    <a:pt x="19" y="143"/>
                  </a:lnTo>
                  <a:lnTo>
                    <a:pt x="23" y="139"/>
                  </a:lnTo>
                  <a:lnTo>
                    <a:pt x="27" y="136"/>
                  </a:lnTo>
                  <a:lnTo>
                    <a:pt x="31" y="132"/>
                  </a:lnTo>
                  <a:lnTo>
                    <a:pt x="35" y="128"/>
                  </a:lnTo>
                  <a:lnTo>
                    <a:pt x="39" y="125"/>
                  </a:lnTo>
                  <a:lnTo>
                    <a:pt x="43" y="121"/>
                  </a:lnTo>
                  <a:lnTo>
                    <a:pt x="47" y="117"/>
                  </a:lnTo>
                  <a:lnTo>
                    <a:pt x="50" y="112"/>
                  </a:lnTo>
                  <a:lnTo>
                    <a:pt x="53" y="108"/>
                  </a:lnTo>
                  <a:lnTo>
                    <a:pt x="57" y="104"/>
                  </a:lnTo>
                  <a:lnTo>
                    <a:pt x="60" y="100"/>
                  </a:lnTo>
                  <a:lnTo>
                    <a:pt x="63" y="95"/>
                  </a:lnTo>
                  <a:lnTo>
                    <a:pt x="66" y="91"/>
                  </a:lnTo>
                  <a:lnTo>
                    <a:pt x="69" y="86"/>
                  </a:lnTo>
                  <a:lnTo>
                    <a:pt x="72" y="81"/>
                  </a:lnTo>
                  <a:lnTo>
                    <a:pt x="74" y="77"/>
                  </a:lnTo>
                  <a:lnTo>
                    <a:pt x="77" y="72"/>
                  </a:lnTo>
                  <a:lnTo>
                    <a:pt x="79" y="67"/>
                  </a:lnTo>
                  <a:lnTo>
                    <a:pt x="82" y="62"/>
                  </a:lnTo>
                  <a:lnTo>
                    <a:pt x="84" y="58"/>
                  </a:lnTo>
                  <a:lnTo>
                    <a:pt x="86" y="53"/>
                  </a:lnTo>
                  <a:lnTo>
                    <a:pt x="88" y="48"/>
                  </a:lnTo>
                  <a:lnTo>
                    <a:pt x="90" y="43"/>
                  </a:lnTo>
                  <a:lnTo>
                    <a:pt x="92" y="38"/>
                  </a:lnTo>
                  <a:lnTo>
                    <a:pt x="94" y="34"/>
                  </a:lnTo>
                  <a:lnTo>
                    <a:pt x="95" y="29"/>
                  </a:lnTo>
                  <a:lnTo>
                    <a:pt x="96" y="24"/>
                  </a:lnTo>
                  <a:lnTo>
                    <a:pt x="98" y="20"/>
                  </a:lnTo>
                  <a:lnTo>
                    <a:pt x="105" y="22"/>
                  </a:lnTo>
                  <a:lnTo>
                    <a:pt x="104" y="26"/>
                  </a:lnTo>
                  <a:lnTo>
                    <a:pt x="102" y="31"/>
                  </a:lnTo>
                  <a:lnTo>
                    <a:pt x="101" y="36"/>
                  </a:lnTo>
                  <a:lnTo>
                    <a:pt x="99" y="41"/>
                  </a:lnTo>
                  <a:lnTo>
                    <a:pt x="97" y="46"/>
                  </a:lnTo>
                  <a:lnTo>
                    <a:pt x="95" y="51"/>
                  </a:lnTo>
                  <a:lnTo>
                    <a:pt x="93" y="56"/>
                  </a:lnTo>
                  <a:lnTo>
                    <a:pt x="91" y="61"/>
                  </a:lnTo>
                  <a:lnTo>
                    <a:pt x="88" y="66"/>
                  </a:lnTo>
                  <a:lnTo>
                    <a:pt x="86" y="71"/>
                  </a:lnTo>
                  <a:lnTo>
                    <a:pt x="84" y="75"/>
                  </a:lnTo>
                  <a:lnTo>
                    <a:pt x="81" y="80"/>
                  </a:lnTo>
                  <a:lnTo>
                    <a:pt x="78" y="85"/>
                  </a:lnTo>
                  <a:lnTo>
                    <a:pt x="75" y="90"/>
                  </a:lnTo>
                  <a:lnTo>
                    <a:pt x="72" y="95"/>
                  </a:lnTo>
                  <a:lnTo>
                    <a:pt x="69" y="99"/>
                  </a:lnTo>
                  <a:lnTo>
                    <a:pt x="66" y="104"/>
                  </a:lnTo>
                  <a:lnTo>
                    <a:pt x="63" y="108"/>
                  </a:lnTo>
                  <a:lnTo>
                    <a:pt x="59" y="113"/>
                  </a:lnTo>
                  <a:lnTo>
                    <a:pt x="56" y="117"/>
                  </a:lnTo>
                  <a:lnTo>
                    <a:pt x="52" y="122"/>
                  </a:lnTo>
                  <a:lnTo>
                    <a:pt x="48" y="126"/>
                  </a:lnTo>
                  <a:lnTo>
                    <a:pt x="45" y="130"/>
                  </a:lnTo>
                  <a:lnTo>
                    <a:pt x="41" y="134"/>
                  </a:lnTo>
                  <a:lnTo>
                    <a:pt x="36" y="138"/>
                  </a:lnTo>
                  <a:lnTo>
                    <a:pt x="32" y="141"/>
                  </a:lnTo>
                  <a:lnTo>
                    <a:pt x="28" y="145"/>
                  </a:lnTo>
                  <a:lnTo>
                    <a:pt x="24" y="148"/>
                  </a:lnTo>
                  <a:lnTo>
                    <a:pt x="19" y="152"/>
                  </a:lnTo>
                  <a:lnTo>
                    <a:pt x="15" y="155"/>
                  </a:lnTo>
                  <a:lnTo>
                    <a:pt x="10" y="158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2" y="154"/>
                  </a:lnTo>
                  <a:close/>
                  <a:moveTo>
                    <a:pt x="2" y="154"/>
                  </a:moveTo>
                  <a:lnTo>
                    <a:pt x="1" y="155"/>
                  </a:lnTo>
                  <a:lnTo>
                    <a:pt x="2" y="154"/>
                  </a:lnTo>
                  <a:close/>
                  <a:moveTo>
                    <a:pt x="0" y="156"/>
                  </a:moveTo>
                  <a:lnTo>
                    <a:pt x="2" y="154"/>
                  </a:lnTo>
                  <a:lnTo>
                    <a:pt x="2" y="154"/>
                  </a:lnTo>
                  <a:lnTo>
                    <a:pt x="5" y="161"/>
                  </a:lnTo>
                  <a:lnTo>
                    <a:pt x="5" y="161"/>
                  </a:lnTo>
                  <a:lnTo>
                    <a:pt x="0" y="156"/>
                  </a:lnTo>
                  <a:close/>
                  <a:moveTo>
                    <a:pt x="0" y="156"/>
                  </a:moveTo>
                  <a:lnTo>
                    <a:pt x="0" y="155"/>
                  </a:lnTo>
                  <a:lnTo>
                    <a:pt x="2" y="154"/>
                  </a:lnTo>
                  <a:lnTo>
                    <a:pt x="0" y="156"/>
                  </a:lnTo>
                  <a:close/>
                  <a:moveTo>
                    <a:pt x="0" y="158"/>
                  </a:moveTo>
                  <a:lnTo>
                    <a:pt x="0" y="156"/>
                  </a:lnTo>
                  <a:lnTo>
                    <a:pt x="0" y="156"/>
                  </a:lnTo>
                  <a:lnTo>
                    <a:pt x="7" y="159"/>
                  </a:lnTo>
                  <a:lnTo>
                    <a:pt x="7" y="159"/>
                  </a:lnTo>
                  <a:lnTo>
                    <a:pt x="0" y="158"/>
                  </a:lnTo>
                  <a:close/>
                  <a:moveTo>
                    <a:pt x="0" y="158"/>
                  </a:moveTo>
                  <a:lnTo>
                    <a:pt x="0" y="157"/>
                  </a:lnTo>
                  <a:lnTo>
                    <a:pt x="0" y="156"/>
                  </a:lnTo>
                  <a:lnTo>
                    <a:pt x="0" y="158"/>
                  </a:lnTo>
                  <a:close/>
                  <a:moveTo>
                    <a:pt x="1" y="162"/>
                  </a:moveTo>
                  <a:lnTo>
                    <a:pt x="0" y="160"/>
                  </a:lnTo>
                  <a:lnTo>
                    <a:pt x="0" y="158"/>
                  </a:lnTo>
                  <a:lnTo>
                    <a:pt x="7" y="158"/>
                  </a:lnTo>
                  <a:lnTo>
                    <a:pt x="7" y="160"/>
                  </a:lnTo>
                  <a:lnTo>
                    <a:pt x="1" y="162"/>
                  </a:lnTo>
                  <a:close/>
                  <a:moveTo>
                    <a:pt x="1" y="162"/>
                  </a:moveTo>
                  <a:lnTo>
                    <a:pt x="0" y="161"/>
                  </a:lnTo>
                  <a:lnTo>
                    <a:pt x="0" y="160"/>
                  </a:lnTo>
                  <a:lnTo>
                    <a:pt x="1" y="162"/>
                  </a:lnTo>
                  <a:close/>
                  <a:moveTo>
                    <a:pt x="4" y="162"/>
                  </a:moveTo>
                  <a:lnTo>
                    <a:pt x="2" y="162"/>
                  </a:lnTo>
                  <a:lnTo>
                    <a:pt x="1" y="162"/>
                  </a:lnTo>
                  <a:lnTo>
                    <a:pt x="6" y="157"/>
                  </a:lnTo>
                  <a:lnTo>
                    <a:pt x="7" y="158"/>
                  </a:lnTo>
                  <a:lnTo>
                    <a:pt x="4" y="162"/>
                  </a:lnTo>
                  <a:close/>
                  <a:moveTo>
                    <a:pt x="43" y="60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2" y="64"/>
                  </a:lnTo>
                  <a:lnTo>
                    <a:pt x="42" y="63"/>
                  </a:lnTo>
                  <a:lnTo>
                    <a:pt x="43" y="60"/>
                  </a:lnTo>
                  <a:close/>
                  <a:moveTo>
                    <a:pt x="42" y="63"/>
                  </a:moveTo>
                  <a:lnTo>
                    <a:pt x="43" y="60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2" y="63"/>
                  </a:lnTo>
                  <a:close/>
                  <a:moveTo>
                    <a:pt x="42" y="63"/>
                  </a:moveTo>
                  <a:lnTo>
                    <a:pt x="42" y="61"/>
                  </a:lnTo>
                  <a:lnTo>
                    <a:pt x="43" y="60"/>
                  </a:lnTo>
                  <a:lnTo>
                    <a:pt x="42" y="63"/>
                  </a:lnTo>
                  <a:close/>
                  <a:moveTo>
                    <a:pt x="49" y="65"/>
                  </a:moveTo>
                  <a:lnTo>
                    <a:pt x="42" y="64"/>
                  </a:lnTo>
                  <a:lnTo>
                    <a:pt x="42" y="63"/>
                  </a:lnTo>
                  <a:lnTo>
                    <a:pt x="49" y="63"/>
                  </a:lnTo>
                  <a:lnTo>
                    <a:pt x="49" y="6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4"/>
            <p:cNvSpPr/>
            <p:nvPr/>
          </p:nvSpPr>
          <p:spPr>
            <a:xfrm>
              <a:off x="4843319" y="1841912"/>
              <a:ext cx="290512" cy="212725"/>
            </a:xfrm>
            <a:custGeom>
              <a:rect b="b" l="l" r="r" t="t"/>
              <a:pathLst>
                <a:path extrusionOk="0" h="131" w="179">
                  <a:moveTo>
                    <a:pt x="175" y="0"/>
                  </a:moveTo>
                  <a:lnTo>
                    <a:pt x="179" y="4"/>
                  </a:lnTo>
                  <a:lnTo>
                    <a:pt x="179" y="9"/>
                  </a:lnTo>
                  <a:lnTo>
                    <a:pt x="179" y="14"/>
                  </a:lnTo>
                  <a:lnTo>
                    <a:pt x="178" y="20"/>
                  </a:lnTo>
                  <a:lnTo>
                    <a:pt x="177" y="25"/>
                  </a:lnTo>
                  <a:lnTo>
                    <a:pt x="175" y="31"/>
                  </a:lnTo>
                  <a:lnTo>
                    <a:pt x="173" y="36"/>
                  </a:lnTo>
                  <a:lnTo>
                    <a:pt x="171" y="42"/>
                  </a:lnTo>
                  <a:lnTo>
                    <a:pt x="168" y="47"/>
                  </a:lnTo>
                  <a:lnTo>
                    <a:pt x="165" y="53"/>
                  </a:lnTo>
                  <a:lnTo>
                    <a:pt x="161" y="59"/>
                  </a:lnTo>
                  <a:lnTo>
                    <a:pt x="157" y="64"/>
                  </a:lnTo>
                  <a:lnTo>
                    <a:pt x="153" y="69"/>
                  </a:lnTo>
                  <a:lnTo>
                    <a:pt x="148" y="75"/>
                  </a:lnTo>
                  <a:lnTo>
                    <a:pt x="144" y="80"/>
                  </a:lnTo>
                  <a:lnTo>
                    <a:pt x="138" y="85"/>
                  </a:lnTo>
                  <a:lnTo>
                    <a:pt x="133" y="90"/>
                  </a:lnTo>
                  <a:lnTo>
                    <a:pt x="127" y="95"/>
                  </a:lnTo>
                  <a:lnTo>
                    <a:pt x="120" y="99"/>
                  </a:lnTo>
                  <a:lnTo>
                    <a:pt x="114" y="104"/>
                  </a:lnTo>
                  <a:lnTo>
                    <a:pt x="107" y="108"/>
                  </a:lnTo>
                  <a:lnTo>
                    <a:pt x="100" y="111"/>
                  </a:lnTo>
                  <a:lnTo>
                    <a:pt x="92" y="115"/>
                  </a:lnTo>
                  <a:lnTo>
                    <a:pt x="84" y="118"/>
                  </a:lnTo>
                  <a:lnTo>
                    <a:pt x="76" y="121"/>
                  </a:lnTo>
                  <a:lnTo>
                    <a:pt x="68" y="124"/>
                  </a:lnTo>
                  <a:lnTo>
                    <a:pt x="59" y="126"/>
                  </a:lnTo>
                  <a:lnTo>
                    <a:pt x="51" y="128"/>
                  </a:lnTo>
                  <a:lnTo>
                    <a:pt x="41" y="130"/>
                  </a:lnTo>
                  <a:lnTo>
                    <a:pt x="32" y="131"/>
                  </a:lnTo>
                  <a:lnTo>
                    <a:pt x="23" y="131"/>
                  </a:lnTo>
                  <a:lnTo>
                    <a:pt x="13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8" y="131"/>
                  </a:lnTo>
                  <a:lnTo>
                    <a:pt x="7" y="131"/>
                  </a:lnTo>
                  <a:lnTo>
                    <a:pt x="7" y="131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11" y="128"/>
                  </a:lnTo>
                  <a:lnTo>
                    <a:pt x="18" y="126"/>
                  </a:lnTo>
                  <a:lnTo>
                    <a:pt x="25" y="123"/>
                  </a:lnTo>
                  <a:lnTo>
                    <a:pt x="31" y="120"/>
                  </a:lnTo>
                  <a:lnTo>
                    <a:pt x="37" y="117"/>
                  </a:lnTo>
                  <a:lnTo>
                    <a:pt x="43" y="114"/>
                  </a:lnTo>
                  <a:lnTo>
                    <a:pt x="49" y="111"/>
                  </a:lnTo>
                  <a:lnTo>
                    <a:pt x="55" y="107"/>
                  </a:lnTo>
                  <a:lnTo>
                    <a:pt x="61" y="104"/>
                  </a:lnTo>
                  <a:lnTo>
                    <a:pt x="66" y="101"/>
                  </a:lnTo>
                  <a:lnTo>
                    <a:pt x="72" y="97"/>
                  </a:lnTo>
                  <a:lnTo>
                    <a:pt x="77" y="93"/>
                  </a:lnTo>
                  <a:lnTo>
                    <a:pt x="82" y="90"/>
                  </a:lnTo>
                  <a:lnTo>
                    <a:pt x="86" y="86"/>
                  </a:lnTo>
                  <a:lnTo>
                    <a:pt x="91" y="82"/>
                  </a:lnTo>
                  <a:lnTo>
                    <a:pt x="95" y="78"/>
                  </a:lnTo>
                  <a:lnTo>
                    <a:pt x="100" y="74"/>
                  </a:lnTo>
                  <a:lnTo>
                    <a:pt x="104" y="70"/>
                  </a:lnTo>
                  <a:lnTo>
                    <a:pt x="108" y="66"/>
                  </a:lnTo>
                  <a:lnTo>
                    <a:pt x="112" y="62"/>
                  </a:lnTo>
                  <a:lnTo>
                    <a:pt x="115" y="58"/>
                  </a:lnTo>
                  <a:lnTo>
                    <a:pt x="119" y="54"/>
                  </a:lnTo>
                  <a:lnTo>
                    <a:pt x="122" y="49"/>
                  </a:lnTo>
                  <a:lnTo>
                    <a:pt x="125" y="45"/>
                  </a:lnTo>
                  <a:lnTo>
                    <a:pt x="128" y="41"/>
                  </a:lnTo>
                  <a:lnTo>
                    <a:pt x="130" y="37"/>
                  </a:lnTo>
                  <a:lnTo>
                    <a:pt x="133" y="32"/>
                  </a:lnTo>
                  <a:lnTo>
                    <a:pt x="135" y="28"/>
                  </a:lnTo>
                  <a:lnTo>
                    <a:pt x="137" y="24"/>
                  </a:lnTo>
                  <a:lnTo>
                    <a:pt x="139" y="20"/>
                  </a:lnTo>
                  <a:lnTo>
                    <a:pt x="141" y="15"/>
                  </a:lnTo>
                  <a:lnTo>
                    <a:pt x="143" y="11"/>
                  </a:lnTo>
                  <a:lnTo>
                    <a:pt x="136" y="9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1" y="21"/>
                  </a:lnTo>
                  <a:lnTo>
                    <a:pt x="129" y="25"/>
                  </a:lnTo>
                  <a:lnTo>
                    <a:pt x="126" y="29"/>
                  </a:lnTo>
                  <a:lnTo>
                    <a:pt x="124" y="33"/>
                  </a:lnTo>
                  <a:lnTo>
                    <a:pt x="121" y="37"/>
                  </a:lnTo>
                  <a:lnTo>
                    <a:pt x="119" y="41"/>
                  </a:lnTo>
                  <a:lnTo>
                    <a:pt x="116" y="45"/>
                  </a:lnTo>
                  <a:lnTo>
                    <a:pt x="113" y="49"/>
                  </a:lnTo>
                  <a:lnTo>
                    <a:pt x="109" y="53"/>
                  </a:lnTo>
                  <a:lnTo>
                    <a:pt x="106" y="57"/>
                  </a:lnTo>
                  <a:lnTo>
                    <a:pt x="102" y="61"/>
                  </a:lnTo>
                  <a:lnTo>
                    <a:pt x="99" y="65"/>
                  </a:lnTo>
                  <a:lnTo>
                    <a:pt x="95" y="69"/>
                  </a:lnTo>
                  <a:lnTo>
                    <a:pt x="91" y="73"/>
                  </a:lnTo>
                  <a:lnTo>
                    <a:pt x="86" y="76"/>
                  </a:lnTo>
                  <a:lnTo>
                    <a:pt x="82" y="80"/>
                  </a:lnTo>
                  <a:lnTo>
                    <a:pt x="77" y="84"/>
                  </a:lnTo>
                  <a:lnTo>
                    <a:pt x="72" y="87"/>
                  </a:lnTo>
                  <a:lnTo>
                    <a:pt x="67" y="91"/>
                  </a:lnTo>
                  <a:lnTo>
                    <a:pt x="62" y="94"/>
                  </a:lnTo>
                  <a:lnTo>
                    <a:pt x="57" y="98"/>
                  </a:lnTo>
                  <a:lnTo>
                    <a:pt x="51" y="101"/>
                  </a:lnTo>
                  <a:lnTo>
                    <a:pt x="46" y="104"/>
                  </a:lnTo>
                  <a:lnTo>
                    <a:pt x="40" y="107"/>
                  </a:lnTo>
                  <a:lnTo>
                    <a:pt x="34" y="110"/>
                  </a:lnTo>
                  <a:lnTo>
                    <a:pt x="28" y="113"/>
                  </a:lnTo>
                  <a:lnTo>
                    <a:pt x="22" y="116"/>
                  </a:lnTo>
                  <a:lnTo>
                    <a:pt x="15" y="119"/>
                  </a:lnTo>
                  <a:lnTo>
                    <a:pt x="9" y="122"/>
                  </a:lnTo>
                  <a:lnTo>
                    <a:pt x="2" y="124"/>
                  </a:lnTo>
                  <a:lnTo>
                    <a:pt x="2" y="126"/>
                  </a:lnTo>
                  <a:lnTo>
                    <a:pt x="2" y="126"/>
                  </a:lnTo>
                  <a:lnTo>
                    <a:pt x="3" y="127"/>
                  </a:lnTo>
                  <a:lnTo>
                    <a:pt x="3" y="127"/>
                  </a:lnTo>
                  <a:lnTo>
                    <a:pt x="3" y="124"/>
                  </a:lnTo>
                  <a:lnTo>
                    <a:pt x="13" y="124"/>
                  </a:lnTo>
                  <a:lnTo>
                    <a:pt x="22" y="124"/>
                  </a:lnTo>
                  <a:lnTo>
                    <a:pt x="31" y="123"/>
                  </a:lnTo>
                  <a:lnTo>
                    <a:pt x="40" y="122"/>
                  </a:lnTo>
                  <a:lnTo>
                    <a:pt x="49" y="121"/>
                  </a:lnTo>
                  <a:lnTo>
                    <a:pt x="58" y="119"/>
                  </a:lnTo>
                  <a:lnTo>
                    <a:pt x="66" y="117"/>
                  </a:lnTo>
                  <a:lnTo>
                    <a:pt x="74" y="114"/>
                  </a:lnTo>
                  <a:lnTo>
                    <a:pt x="82" y="111"/>
                  </a:lnTo>
                  <a:lnTo>
                    <a:pt x="89" y="108"/>
                  </a:lnTo>
                  <a:lnTo>
                    <a:pt x="96" y="105"/>
                  </a:lnTo>
                  <a:lnTo>
                    <a:pt x="103" y="101"/>
                  </a:lnTo>
                  <a:lnTo>
                    <a:pt x="110" y="97"/>
                  </a:lnTo>
                  <a:lnTo>
                    <a:pt x="116" y="93"/>
                  </a:lnTo>
                  <a:lnTo>
                    <a:pt x="122" y="89"/>
                  </a:lnTo>
                  <a:lnTo>
                    <a:pt x="128" y="84"/>
                  </a:lnTo>
                  <a:lnTo>
                    <a:pt x="133" y="80"/>
                  </a:lnTo>
                  <a:lnTo>
                    <a:pt x="138" y="75"/>
                  </a:lnTo>
                  <a:lnTo>
                    <a:pt x="143" y="70"/>
                  </a:lnTo>
                  <a:lnTo>
                    <a:pt x="147" y="65"/>
                  </a:lnTo>
                  <a:lnTo>
                    <a:pt x="151" y="60"/>
                  </a:lnTo>
                  <a:lnTo>
                    <a:pt x="155" y="54"/>
                  </a:lnTo>
                  <a:lnTo>
                    <a:pt x="159" y="49"/>
                  </a:lnTo>
                  <a:lnTo>
                    <a:pt x="162" y="44"/>
                  </a:lnTo>
                  <a:lnTo>
                    <a:pt x="164" y="39"/>
                  </a:lnTo>
                  <a:lnTo>
                    <a:pt x="166" y="34"/>
                  </a:lnTo>
                  <a:lnTo>
                    <a:pt x="168" y="28"/>
                  </a:lnTo>
                  <a:lnTo>
                    <a:pt x="170" y="23"/>
                  </a:lnTo>
                  <a:lnTo>
                    <a:pt x="171" y="18"/>
                  </a:lnTo>
                  <a:lnTo>
                    <a:pt x="172" y="14"/>
                  </a:lnTo>
                  <a:lnTo>
                    <a:pt x="172" y="9"/>
                  </a:lnTo>
                  <a:lnTo>
                    <a:pt x="172" y="4"/>
                  </a:lnTo>
                  <a:lnTo>
                    <a:pt x="176" y="8"/>
                  </a:lnTo>
                  <a:lnTo>
                    <a:pt x="175" y="0"/>
                  </a:lnTo>
                  <a:close/>
                  <a:moveTo>
                    <a:pt x="175" y="0"/>
                  </a:moveTo>
                  <a:lnTo>
                    <a:pt x="179" y="0"/>
                  </a:lnTo>
                  <a:lnTo>
                    <a:pt x="179" y="4"/>
                  </a:lnTo>
                  <a:lnTo>
                    <a:pt x="175" y="0"/>
                  </a:lnTo>
                  <a:close/>
                  <a:moveTo>
                    <a:pt x="136" y="9"/>
                  </a:move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5"/>
                  </a:lnTo>
                  <a:lnTo>
                    <a:pt x="143" y="5"/>
                  </a:lnTo>
                  <a:lnTo>
                    <a:pt x="144" y="5"/>
                  </a:lnTo>
                  <a:lnTo>
                    <a:pt x="145" y="4"/>
                  </a:lnTo>
                  <a:lnTo>
                    <a:pt x="147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3"/>
                  </a:lnTo>
                  <a:lnTo>
                    <a:pt x="151" y="3"/>
                  </a:lnTo>
                  <a:lnTo>
                    <a:pt x="152" y="3"/>
                  </a:lnTo>
                  <a:lnTo>
                    <a:pt x="154" y="3"/>
                  </a:lnTo>
                  <a:lnTo>
                    <a:pt x="155" y="3"/>
                  </a:lnTo>
                  <a:lnTo>
                    <a:pt x="156" y="2"/>
                  </a:lnTo>
                  <a:lnTo>
                    <a:pt x="157" y="2"/>
                  </a:lnTo>
                  <a:lnTo>
                    <a:pt x="158" y="2"/>
                  </a:lnTo>
                  <a:lnTo>
                    <a:pt x="159" y="2"/>
                  </a:lnTo>
                  <a:lnTo>
                    <a:pt x="161" y="2"/>
                  </a:lnTo>
                  <a:lnTo>
                    <a:pt x="162" y="1"/>
                  </a:lnTo>
                  <a:lnTo>
                    <a:pt x="163" y="1"/>
                  </a:lnTo>
                  <a:lnTo>
                    <a:pt x="164" y="1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7" y="1"/>
                  </a:lnTo>
                  <a:lnTo>
                    <a:pt x="169" y="1"/>
                  </a:lnTo>
                  <a:lnTo>
                    <a:pt x="170" y="1"/>
                  </a:lnTo>
                  <a:lnTo>
                    <a:pt x="171" y="1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4" y="0"/>
                  </a:lnTo>
                  <a:lnTo>
                    <a:pt x="175" y="0"/>
                  </a:lnTo>
                  <a:lnTo>
                    <a:pt x="176" y="8"/>
                  </a:lnTo>
                  <a:lnTo>
                    <a:pt x="175" y="8"/>
                  </a:lnTo>
                  <a:lnTo>
                    <a:pt x="173" y="8"/>
                  </a:lnTo>
                  <a:lnTo>
                    <a:pt x="172" y="8"/>
                  </a:lnTo>
                  <a:lnTo>
                    <a:pt x="171" y="8"/>
                  </a:lnTo>
                  <a:lnTo>
                    <a:pt x="170" y="8"/>
                  </a:lnTo>
                  <a:lnTo>
                    <a:pt x="169" y="8"/>
                  </a:lnTo>
                  <a:lnTo>
                    <a:pt x="168" y="8"/>
                  </a:lnTo>
                  <a:lnTo>
                    <a:pt x="167" y="8"/>
                  </a:lnTo>
                  <a:lnTo>
                    <a:pt x="166" y="8"/>
                  </a:lnTo>
                  <a:lnTo>
                    <a:pt x="165" y="9"/>
                  </a:lnTo>
                  <a:lnTo>
                    <a:pt x="164" y="9"/>
                  </a:lnTo>
                  <a:lnTo>
                    <a:pt x="163" y="9"/>
                  </a:lnTo>
                  <a:lnTo>
                    <a:pt x="162" y="9"/>
                  </a:lnTo>
                  <a:lnTo>
                    <a:pt x="161" y="9"/>
                  </a:lnTo>
                  <a:lnTo>
                    <a:pt x="159" y="9"/>
                  </a:lnTo>
                  <a:lnTo>
                    <a:pt x="158" y="9"/>
                  </a:lnTo>
                  <a:lnTo>
                    <a:pt x="157" y="10"/>
                  </a:lnTo>
                  <a:lnTo>
                    <a:pt x="156" y="10"/>
                  </a:lnTo>
                  <a:lnTo>
                    <a:pt x="155" y="10"/>
                  </a:lnTo>
                  <a:lnTo>
                    <a:pt x="154" y="10"/>
                  </a:lnTo>
                  <a:lnTo>
                    <a:pt x="153" y="10"/>
                  </a:lnTo>
                  <a:lnTo>
                    <a:pt x="152" y="11"/>
                  </a:lnTo>
                  <a:lnTo>
                    <a:pt x="151" y="11"/>
                  </a:lnTo>
                  <a:lnTo>
                    <a:pt x="149" y="11"/>
                  </a:lnTo>
                  <a:lnTo>
                    <a:pt x="148" y="11"/>
                  </a:lnTo>
                  <a:lnTo>
                    <a:pt x="147" y="12"/>
                  </a:lnTo>
                  <a:lnTo>
                    <a:pt x="146" y="12"/>
                  </a:lnTo>
                  <a:lnTo>
                    <a:pt x="145" y="12"/>
                  </a:lnTo>
                  <a:lnTo>
                    <a:pt x="144" y="13"/>
                  </a:lnTo>
                  <a:lnTo>
                    <a:pt x="143" y="13"/>
                  </a:lnTo>
                  <a:lnTo>
                    <a:pt x="141" y="13"/>
                  </a:lnTo>
                  <a:lnTo>
                    <a:pt x="140" y="13"/>
                  </a:lnTo>
                  <a:lnTo>
                    <a:pt x="143" y="11"/>
                  </a:lnTo>
                  <a:lnTo>
                    <a:pt x="136" y="9"/>
                  </a:lnTo>
                  <a:close/>
                  <a:moveTo>
                    <a:pt x="136" y="9"/>
                  </a:moveTo>
                  <a:lnTo>
                    <a:pt x="137" y="7"/>
                  </a:lnTo>
                  <a:lnTo>
                    <a:pt x="138" y="6"/>
                  </a:lnTo>
                  <a:lnTo>
                    <a:pt x="136" y="9"/>
                  </a:lnTo>
                  <a:close/>
                  <a:moveTo>
                    <a:pt x="4" y="127"/>
                  </a:moveTo>
                  <a:lnTo>
                    <a:pt x="3" y="124"/>
                  </a:lnTo>
                  <a:lnTo>
                    <a:pt x="3" y="127"/>
                  </a:lnTo>
                  <a:lnTo>
                    <a:pt x="4" y="127"/>
                  </a:lnTo>
                  <a:close/>
                  <a:moveTo>
                    <a:pt x="42" y="65"/>
                  </a:moveTo>
                  <a:lnTo>
                    <a:pt x="34" y="64"/>
                  </a:lnTo>
                  <a:lnTo>
                    <a:pt x="42" y="64"/>
                  </a:lnTo>
                  <a:lnTo>
                    <a:pt x="42" y="65"/>
                  </a:lnTo>
                  <a:close/>
                  <a:moveTo>
                    <a:pt x="42" y="64"/>
                  </a:moveTo>
                  <a:lnTo>
                    <a:pt x="42" y="64"/>
                  </a:lnTo>
                  <a:lnTo>
                    <a:pt x="42" y="65"/>
                  </a:lnTo>
                  <a:lnTo>
                    <a:pt x="42" y="64"/>
                  </a:lnTo>
                  <a:close/>
                  <a:moveTo>
                    <a:pt x="33" y="88"/>
                  </a:move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33" y="88"/>
                  </a:lnTo>
                  <a:close/>
                  <a:moveTo>
                    <a:pt x="34" y="64"/>
                  </a:moveTo>
                  <a:lnTo>
                    <a:pt x="42" y="65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1" y="67"/>
                  </a:lnTo>
                  <a:lnTo>
                    <a:pt x="41" y="68"/>
                  </a:lnTo>
                  <a:lnTo>
                    <a:pt x="41" y="69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0" y="71"/>
                  </a:lnTo>
                  <a:lnTo>
                    <a:pt x="40" y="72"/>
                  </a:lnTo>
                  <a:lnTo>
                    <a:pt x="39" y="72"/>
                  </a:lnTo>
                  <a:lnTo>
                    <a:pt x="39" y="73"/>
                  </a:lnTo>
                  <a:lnTo>
                    <a:pt x="39" y="74"/>
                  </a:lnTo>
                  <a:lnTo>
                    <a:pt x="39" y="75"/>
                  </a:lnTo>
                  <a:lnTo>
                    <a:pt x="38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7" y="81"/>
                  </a:lnTo>
                  <a:lnTo>
                    <a:pt x="36" y="81"/>
                  </a:lnTo>
                  <a:lnTo>
                    <a:pt x="36" y="82"/>
                  </a:lnTo>
                  <a:lnTo>
                    <a:pt x="36" y="83"/>
                  </a:lnTo>
                  <a:lnTo>
                    <a:pt x="35" y="83"/>
                  </a:lnTo>
                  <a:lnTo>
                    <a:pt x="35" y="84"/>
                  </a:lnTo>
                  <a:lnTo>
                    <a:pt x="35" y="85"/>
                  </a:lnTo>
                  <a:lnTo>
                    <a:pt x="35" y="85"/>
                  </a:lnTo>
                  <a:lnTo>
                    <a:pt x="34" y="86"/>
                  </a:lnTo>
                  <a:lnTo>
                    <a:pt x="34" y="87"/>
                  </a:lnTo>
                  <a:lnTo>
                    <a:pt x="34" y="88"/>
                  </a:lnTo>
                  <a:lnTo>
                    <a:pt x="33" y="88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27" y="84"/>
                  </a:lnTo>
                  <a:lnTo>
                    <a:pt x="27" y="83"/>
                  </a:lnTo>
                  <a:lnTo>
                    <a:pt x="28" y="83"/>
                  </a:lnTo>
                  <a:lnTo>
                    <a:pt x="28" y="82"/>
                  </a:lnTo>
                  <a:lnTo>
                    <a:pt x="28" y="81"/>
                  </a:lnTo>
                  <a:lnTo>
                    <a:pt x="29" y="81"/>
                  </a:lnTo>
                  <a:lnTo>
                    <a:pt x="29" y="80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1" y="75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3"/>
                  </a:lnTo>
                  <a:lnTo>
                    <a:pt x="32" y="72"/>
                  </a:lnTo>
                  <a:lnTo>
                    <a:pt x="32" y="72"/>
                  </a:lnTo>
                  <a:lnTo>
                    <a:pt x="32" y="71"/>
                  </a:lnTo>
                  <a:lnTo>
                    <a:pt x="32" y="70"/>
                  </a:lnTo>
                  <a:lnTo>
                    <a:pt x="33" y="70"/>
                  </a:lnTo>
                  <a:lnTo>
                    <a:pt x="33" y="69"/>
                  </a:lnTo>
                  <a:lnTo>
                    <a:pt x="33" y="68"/>
                  </a:lnTo>
                  <a:lnTo>
                    <a:pt x="33" y="67"/>
                  </a:lnTo>
                  <a:lnTo>
                    <a:pt x="34" y="67"/>
                  </a:lnTo>
                  <a:lnTo>
                    <a:pt x="34" y="66"/>
                  </a:lnTo>
                  <a:lnTo>
                    <a:pt x="34" y="65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3"/>
                  </a:lnTo>
                  <a:lnTo>
                    <a:pt x="42" y="64"/>
                  </a:lnTo>
                  <a:lnTo>
                    <a:pt x="34" y="64"/>
                  </a:lnTo>
                  <a:close/>
                  <a:moveTo>
                    <a:pt x="31" y="93"/>
                  </a:move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31" y="93"/>
                  </a:lnTo>
                  <a:close/>
                  <a:moveTo>
                    <a:pt x="27" y="85"/>
                  </a:moveTo>
                  <a:lnTo>
                    <a:pt x="33" y="88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2" y="90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2" y="92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9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7" y="85"/>
                  </a:lnTo>
                  <a:lnTo>
                    <a:pt x="27" y="85"/>
                  </a:lnTo>
                  <a:lnTo>
                    <a:pt x="33" y="88"/>
                  </a:lnTo>
                  <a:lnTo>
                    <a:pt x="27" y="85"/>
                  </a:lnTo>
                  <a:close/>
                  <a:moveTo>
                    <a:pt x="17" y="111"/>
                  </a:move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17" y="111"/>
                  </a:lnTo>
                  <a:close/>
                  <a:moveTo>
                    <a:pt x="15" y="121"/>
                  </a:move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2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4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3"/>
                  </a:lnTo>
                  <a:lnTo>
                    <a:pt x="14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5" y="112"/>
                  </a:lnTo>
                  <a:lnTo>
                    <a:pt x="16" y="112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7" y="111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1" y="117"/>
                  </a:lnTo>
                  <a:lnTo>
                    <a:pt x="20" y="117"/>
                  </a:lnTo>
                  <a:lnTo>
                    <a:pt x="20" y="117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20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8"/>
                  </a:lnTo>
                  <a:lnTo>
                    <a:pt x="19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17" y="119"/>
                  </a:lnTo>
                  <a:lnTo>
                    <a:pt x="17" y="119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7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0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5" y="121"/>
                  </a:lnTo>
                  <a:lnTo>
                    <a:pt x="11" y="115"/>
                  </a:lnTo>
                  <a:lnTo>
                    <a:pt x="15" y="121"/>
                  </a:lnTo>
                  <a:close/>
                  <a:moveTo>
                    <a:pt x="28" y="111"/>
                  </a:moveTo>
                  <a:lnTo>
                    <a:pt x="28" y="111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7" y="112"/>
                  </a:lnTo>
                  <a:lnTo>
                    <a:pt x="26" y="112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5" y="113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5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4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5"/>
                  </a:lnTo>
                  <a:lnTo>
                    <a:pt x="23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17" y="110"/>
                  </a:lnTo>
                  <a:lnTo>
                    <a:pt x="17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18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0" y="108"/>
                  </a:lnTo>
                  <a:lnTo>
                    <a:pt x="21" y="108"/>
                  </a:lnTo>
                  <a:lnTo>
                    <a:pt x="21" y="108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1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7"/>
                  </a:lnTo>
                  <a:lnTo>
                    <a:pt x="22" y="106"/>
                  </a:lnTo>
                  <a:lnTo>
                    <a:pt x="22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8" y="111"/>
                  </a:lnTo>
                  <a:close/>
                  <a:moveTo>
                    <a:pt x="54" y="74"/>
                  </a:move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4" y="74"/>
                  </a:lnTo>
                  <a:close/>
                  <a:moveTo>
                    <a:pt x="38" y="103"/>
                  </a:moveTo>
                  <a:lnTo>
                    <a:pt x="33" y="97"/>
                  </a:lnTo>
                  <a:lnTo>
                    <a:pt x="33" y="97"/>
                  </a:lnTo>
                  <a:lnTo>
                    <a:pt x="34" y="96"/>
                  </a:lnTo>
                  <a:lnTo>
                    <a:pt x="35" y="95"/>
                  </a:lnTo>
                  <a:lnTo>
                    <a:pt x="35" y="94"/>
                  </a:lnTo>
                  <a:lnTo>
                    <a:pt x="36" y="94"/>
                  </a:lnTo>
                  <a:lnTo>
                    <a:pt x="37" y="93"/>
                  </a:lnTo>
                  <a:lnTo>
                    <a:pt x="37" y="92"/>
                  </a:lnTo>
                  <a:lnTo>
                    <a:pt x="38" y="92"/>
                  </a:lnTo>
                  <a:lnTo>
                    <a:pt x="39" y="91"/>
                  </a:lnTo>
                  <a:lnTo>
                    <a:pt x="39" y="90"/>
                  </a:lnTo>
                  <a:lnTo>
                    <a:pt x="40" y="90"/>
                  </a:lnTo>
                  <a:lnTo>
                    <a:pt x="41" y="89"/>
                  </a:lnTo>
                  <a:lnTo>
                    <a:pt x="41" y="88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4" y="85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6" y="83"/>
                  </a:lnTo>
                  <a:lnTo>
                    <a:pt x="47" y="82"/>
                  </a:lnTo>
                  <a:lnTo>
                    <a:pt x="47" y="81"/>
                  </a:lnTo>
                  <a:lnTo>
                    <a:pt x="48" y="81"/>
                  </a:lnTo>
                  <a:lnTo>
                    <a:pt x="49" y="80"/>
                  </a:lnTo>
                  <a:lnTo>
                    <a:pt x="49" y="79"/>
                  </a:lnTo>
                  <a:lnTo>
                    <a:pt x="50" y="78"/>
                  </a:lnTo>
                  <a:lnTo>
                    <a:pt x="51" y="78"/>
                  </a:lnTo>
                  <a:lnTo>
                    <a:pt x="51" y="77"/>
                  </a:lnTo>
                  <a:lnTo>
                    <a:pt x="52" y="76"/>
                  </a:lnTo>
                  <a:lnTo>
                    <a:pt x="52" y="75"/>
                  </a:lnTo>
                  <a:lnTo>
                    <a:pt x="53" y="75"/>
                  </a:lnTo>
                  <a:lnTo>
                    <a:pt x="54" y="74"/>
                  </a:lnTo>
                  <a:lnTo>
                    <a:pt x="59" y="78"/>
                  </a:lnTo>
                  <a:lnTo>
                    <a:pt x="59" y="79"/>
                  </a:lnTo>
                  <a:lnTo>
                    <a:pt x="58" y="80"/>
                  </a:lnTo>
                  <a:lnTo>
                    <a:pt x="58" y="81"/>
                  </a:lnTo>
                  <a:lnTo>
                    <a:pt x="57" y="82"/>
                  </a:lnTo>
                  <a:lnTo>
                    <a:pt x="56" y="82"/>
                  </a:lnTo>
                  <a:lnTo>
                    <a:pt x="56" y="83"/>
                  </a:lnTo>
                  <a:lnTo>
                    <a:pt x="55" y="84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3" y="86"/>
                  </a:lnTo>
                  <a:lnTo>
                    <a:pt x="52" y="87"/>
                  </a:lnTo>
                  <a:lnTo>
                    <a:pt x="52" y="88"/>
                  </a:lnTo>
                  <a:lnTo>
                    <a:pt x="51" y="89"/>
                  </a:lnTo>
                  <a:lnTo>
                    <a:pt x="50" y="89"/>
                  </a:lnTo>
                  <a:lnTo>
                    <a:pt x="50" y="90"/>
                  </a:lnTo>
                  <a:lnTo>
                    <a:pt x="49" y="91"/>
                  </a:lnTo>
                  <a:lnTo>
                    <a:pt x="48" y="92"/>
                  </a:lnTo>
                  <a:lnTo>
                    <a:pt x="48" y="92"/>
                  </a:lnTo>
                  <a:lnTo>
                    <a:pt x="47" y="93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5" y="95"/>
                  </a:lnTo>
                  <a:lnTo>
                    <a:pt x="44" y="96"/>
                  </a:lnTo>
                  <a:lnTo>
                    <a:pt x="43" y="97"/>
                  </a:lnTo>
                  <a:lnTo>
                    <a:pt x="43" y="98"/>
                  </a:lnTo>
                  <a:lnTo>
                    <a:pt x="42" y="98"/>
                  </a:lnTo>
                  <a:lnTo>
                    <a:pt x="41" y="99"/>
                  </a:lnTo>
                  <a:lnTo>
                    <a:pt x="41" y="100"/>
                  </a:lnTo>
                  <a:lnTo>
                    <a:pt x="40" y="100"/>
                  </a:lnTo>
                  <a:lnTo>
                    <a:pt x="39" y="101"/>
                  </a:lnTo>
                  <a:lnTo>
                    <a:pt x="38" y="102"/>
                  </a:lnTo>
                  <a:lnTo>
                    <a:pt x="38" y="103"/>
                  </a:lnTo>
                  <a:lnTo>
                    <a:pt x="33" y="97"/>
                  </a:lnTo>
                  <a:lnTo>
                    <a:pt x="38" y="103"/>
                  </a:lnTo>
                  <a:close/>
                  <a:moveTo>
                    <a:pt x="0" y="122"/>
                  </a:moveTo>
                  <a:lnTo>
                    <a:pt x="5" y="127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4"/>
            <p:cNvSpPr/>
            <p:nvPr/>
          </p:nvSpPr>
          <p:spPr>
            <a:xfrm>
              <a:off x="4721082" y="1383125"/>
              <a:ext cx="252412" cy="111125"/>
            </a:xfrm>
            <a:custGeom>
              <a:rect b="b" l="l" r="r" t="t"/>
              <a:pathLst>
                <a:path extrusionOk="0" h="69" w="155">
                  <a:moveTo>
                    <a:pt x="30" y="69"/>
                  </a:moveTo>
                  <a:cubicBezTo>
                    <a:pt x="28" y="67"/>
                    <a:pt x="26" y="66"/>
                    <a:pt x="24" y="64"/>
                  </a:cubicBezTo>
                  <a:cubicBezTo>
                    <a:pt x="22" y="63"/>
                    <a:pt x="20" y="61"/>
                    <a:pt x="18" y="59"/>
                  </a:cubicBezTo>
                  <a:cubicBezTo>
                    <a:pt x="15" y="59"/>
                    <a:pt x="11" y="58"/>
                    <a:pt x="9" y="56"/>
                  </a:cubicBezTo>
                  <a:cubicBezTo>
                    <a:pt x="6" y="55"/>
                    <a:pt x="5" y="53"/>
                    <a:pt x="5" y="50"/>
                  </a:cubicBezTo>
                  <a:cubicBezTo>
                    <a:pt x="5" y="49"/>
                    <a:pt x="5" y="47"/>
                    <a:pt x="6" y="46"/>
                  </a:cubicBezTo>
                  <a:cubicBezTo>
                    <a:pt x="8" y="45"/>
                    <a:pt x="9" y="44"/>
                    <a:pt x="11" y="44"/>
                  </a:cubicBezTo>
                  <a:cubicBezTo>
                    <a:pt x="12" y="44"/>
                    <a:pt x="14" y="45"/>
                    <a:pt x="15" y="46"/>
                  </a:cubicBezTo>
                  <a:cubicBezTo>
                    <a:pt x="17" y="47"/>
                    <a:pt x="19" y="48"/>
                    <a:pt x="21" y="50"/>
                  </a:cubicBezTo>
                  <a:cubicBezTo>
                    <a:pt x="24" y="49"/>
                    <a:pt x="27" y="48"/>
                    <a:pt x="30" y="46"/>
                  </a:cubicBezTo>
                  <a:cubicBezTo>
                    <a:pt x="32" y="44"/>
                    <a:pt x="33" y="42"/>
                    <a:pt x="33" y="40"/>
                  </a:cubicBezTo>
                  <a:cubicBezTo>
                    <a:pt x="33" y="39"/>
                    <a:pt x="33" y="39"/>
                    <a:pt x="32" y="38"/>
                  </a:cubicBezTo>
                  <a:cubicBezTo>
                    <a:pt x="32" y="38"/>
                    <a:pt x="31" y="38"/>
                    <a:pt x="31" y="38"/>
                  </a:cubicBezTo>
                  <a:lnTo>
                    <a:pt x="21" y="39"/>
                  </a:lnTo>
                  <a:cubicBezTo>
                    <a:pt x="18" y="39"/>
                    <a:pt x="15" y="38"/>
                    <a:pt x="12" y="34"/>
                  </a:cubicBezTo>
                  <a:cubicBezTo>
                    <a:pt x="8" y="30"/>
                    <a:pt x="7" y="27"/>
                    <a:pt x="7" y="25"/>
                  </a:cubicBezTo>
                  <a:cubicBezTo>
                    <a:pt x="7" y="22"/>
                    <a:pt x="8" y="20"/>
                    <a:pt x="10" y="18"/>
                  </a:cubicBezTo>
                  <a:cubicBezTo>
                    <a:pt x="13" y="16"/>
                    <a:pt x="15" y="15"/>
                    <a:pt x="18" y="15"/>
                  </a:cubicBezTo>
                  <a:lnTo>
                    <a:pt x="50" y="15"/>
                  </a:lnTo>
                  <a:lnTo>
                    <a:pt x="50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70" y="0"/>
                  </a:lnTo>
                  <a:lnTo>
                    <a:pt x="70" y="9"/>
                  </a:lnTo>
                  <a:lnTo>
                    <a:pt x="60" y="9"/>
                  </a:lnTo>
                  <a:lnTo>
                    <a:pt x="60" y="62"/>
                  </a:lnTo>
                  <a:lnTo>
                    <a:pt x="50" y="62"/>
                  </a:lnTo>
                  <a:lnTo>
                    <a:pt x="50" y="23"/>
                  </a:lnTo>
                  <a:lnTo>
                    <a:pt x="18" y="23"/>
                  </a:lnTo>
                  <a:cubicBezTo>
                    <a:pt x="18" y="23"/>
                    <a:pt x="18" y="23"/>
                    <a:pt x="17" y="24"/>
                  </a:cubicBezTo>
                  <a:cubicBezTo>
                    <a:pt x="17" y="24"/>
                    <a:pt x="17" y="24"/>
                    <a:pt x="17" y="25"/>
                  </a:cubicBezTo>
                  <a:cubicBezTo>
                    <a:pt x="17" y="26"/>
                    <a:pt x="17" y="27"/>
                    <a:pt x="18" y="29"/>
                  </a:cubicBezTo>
                  <a:cubicBezTo>
                    <a:pt x="19" y="30"/>
                    <a:pt x="20" y="31"/>
                    <a:pt x="21" y="31"/>
                  </a:cubicBezTo>
                  <a:cubicBezTo>
                    <a:pt x="22" y="31"/>
                    <a:pt x="23" y="31"/>
                    <a:pt x="26" y="30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34" y="29"/>
                    <a:pt x="37" y="30"/>
                    <a:pt x="39" y="32"/>
                  </a:cubicBezTo>
                  <a:cubicBezTo>
                    <a:pt x="42" y="34"/>
                    <a:pt x="43" y="37"/>
                    <a:pt x="43" y="40"/>
                  </a:cubicBezTo>
                  <a:cubicBezTo>
                    <a:pt x="43" y="44"/>
                    <a:pt x="42" y="47"/>
                    <a:pt x="39" y="50"/>
                  </a:cubicBezTo>
                  <a:cubicBezTo>
                    <a:pt x="36" y="53"/>
                    <a:pt x="33" y="55"/>
                    <a:pt x="28" y="56"/>
                  </a:cubicBezTo>
                  <a:cubicBezTo>
                    <a:pt x="30" y="57"/>
                    <a:pt x="32" y="58"/>
                    <a:pt x="33" y="59"/>
                  </a:cubicBezTo>
                  <a:cubicBezTo>
                    <a:pt x="34" y="60"/>
                    <a:pt x="36" y="61"/>
                    <a:pt x="37" y="62"/>
                  </a:cubicBezTo>
                  <a:lnTo>
                    <a:pt x="30" y="69"/>
                  </a:lnTo>
                  <a:close/>
                  <a:moveTo>
                    <a:pt x="77" y="62"/>
                  </a:moveTo>
                  <a:lnTo>
                    <a:pt x="77" y="9"/>
                  </a:lnTo>
                  <a:lnTo>
                    <a:pt x="67" y="9"/>
                  </a:lnTo>
                  <a:lnTo>
                    <a:pt x="67" y="0"/>
                  </a:lnTo>
                  <a:lnTo>
                    <a:pt x="97" y="0"/>
                  </a:lnTo>
                  <a:lnTo>
                    <a:pt x="97" y="9"/>
                  </a:lnTo>
                  <a:lnTo>
                    <a:pt x="87" y="9"/>
                  </a:lnTo>
                  <a:lnTo>
                    <a:pt x="87" y="62"/>
                  </a:lnTo>
                  <a:lnTo>
                    <a:pt x="77" y="62"/>
                  </a:lnTo>
                  <a:close/>
                  <a:moveTo>
                    <a:pt x="135" y="62"/>
                  </a:moveTo>
                  <a:lnTo>
                    <a:pt x="135" y="30"/>
                  </a:lnTo>
                  <a:lnTo>
                    <a:pt x="119" y="30"/>
                  </a:lnTo>
                  <a:cubicBezTo>
                    <a:pt x="118" y="30"/>
                    <a:pt x="117" y="31"/>
                    <a:pt x="117" y="31"/>
                  </a:cubicBezTo>
                  <a:cubicBezTo>
                    <a:pt x="116" y="32"/>
                    <a:pt x="116" y="32"/>
                    <a:pt x="116" y="33"/>
                  </a:cubicBezTo>
                  <a:lnTo>
                    <a:pt x="116" y="39"/>
                  </a:lnTo>
                  <a:cubicBezTo>
                    <a:pt x="116" y="40"/>
                    <a:pt x="116" y="41"/>
                    <a:pt x="115" y="42"/>
                  </a:cubicBezTo>
                  <a:cubicBezTo>
                    <a:pt x="114" y="43"/>
                    <a:pt x="114" y="43"/>
                    <a:pt x="113" y="43"/>
                  </a:cubicBezTo>
                  <a:cubicBezTo>
                    <a:pt x="110" y="43"/>
                    <a:pt x="107" y="41"/>
                    <a:pt x="104" y="37"/>
                  </a:cubicBezTo>
                  <a:cubicBezTo>
                    <a:pt x="100" y="32"/>
                    <a:pt x="98" y="28"/>
                    <a:pt x="98" y="25"/>
                  </a:cubicBezTo>
                  <a:cubicBezTo>
                    <a:pt x="98" y="24"/>
                    <a:pt x="99" y="23"/>
                    <a:pt x="99" y="23"/>
                  </a:cubicBezTo>
                  <a:cubicBezTo>
                    <a:pt x="100" y="22"/>
                    <a:pt x="101" y="22"/>
                    <a:pt x="103" y="22"/>
                  </a:cubicBezTo>
                  <a:lnTo>
                    <a:pt x="135" y="22"/>
                  </a:lnTo>
                  <a:lnTo>
                    <a:pt x="135" y="9"/>
                  </a:lnTo>
                  <a:lnTo>
                    <a:pt x="95" y="9"/>
                  </a:lnTo>
                  <a:lnTo>
                    <a:pt x="95" y="0"/>
                  </a:lnTo>
                  <a:lnTo>
                    <a:pt x="155" y="0"/>
                  </a:lnTo>
                  <a:lnTo>
                    <a:pt x="155" y="9"/>
                  </a:lnTo>
                  <a:lnTo>
                    <a:pt x="145" y="9"/>
                  </a:lnTo>
                  <a:lnTo>
                    <a:pt x="145" y="62"/>
                  </a:lnTo>
                  <a:lnTo>
                    <a:pt x="135" y="6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4"/>
            <p:cNvSpPr/>
            <p:nvPr/>
          </p:nvSpPr>
          <p:spPr>
            <a:xfrm>
              <a:off x="4314682" y="1905412"/>
              <a:ext cx="201612" cy="100013"/>
            </a:xfrm>
            <a:custGeom>
              <a:rect b="b" l="l" r="r" t="t"/>
              <a:pathLst>
                <a:path extrusionOk="0" h="62" w="124">
                  <a:moveTo>
                    <a:pt x="36" y="61"/>
                  </a:moveTo>
                  <a:lnTo>
                    <a:pt x="36" y="47"/>
                  </a:lnTo>
                  <a:cubicBezTo>
                    <a:pt x="34" y="48"/>
                    <a:pt x="32" y="49"/>
                    <a:pt x="30" y="49"/>
                  </a:cubicBezTo>
                  <a:cubicBezTo>
                    <a:pt x="28" y="50"/>
                    <a:pt x="26" y="50"/>
                    <a:pt x="24" y="50"/>
                  </a:cubicBezTo>
                  <a:cubicBezTo>
                    <a:pt x="19" y="50"/>
                    <a:pt x="14" y="48"/>
                    <a:pt x="10" y="45"/>
                  </a:cubicBezTo>
                  <a:cubicBezTo>
                    <a:pt x="6" y="41"/>
                    <a:pt x="4" y="37"/>
                    <a:pt x="4" y="32"/>
                  </a:cubicBezTo>
                  <a:cubicBezTo>
                    <a:pt x="4" y="27"/>
                    <a:pt x="6" y="22"/>
                    <a:pt x="11" y="19"/>
                  </a:cubicBezTo>
                  <a:cubicBezTo>
                    <a:pt x="15" y="15"/>
                    <a:pt x="20" y="13"/>
                    <a:pt x="26" y="13"/>
                  </a:cubicBezTo>
                  <a:cubicBezTo>
                    <a:pt x="27" y="13"/>
                    <a:pt x="27" y="13"/>
                    <a:pt x="28" y="13"/>
                  </a:cubicBezTo>
                  <a:cubicBezTo>
                    <a:pt x="29" y="13"/>
                    <a:pt x="29" y="14"/>
                    <a:pt x="29" y="14"/>
                  </a:cubicBezTo>
                  <a:lnTo>
                    <a:pt x="31" y="22"/>
                  </a:lnTo>
                  <a:cubicBezTo>
                    <a:pt x="30" y="22"/>
                    <a:pt x="30" y="22"/>
                    <a:pt x="29" y="21"/>
                  </a:cubicBezTo>
                  <a:cubicBezTo>
                    <a:pt x="28" y="21"/>
                    <a:pt x="27" y="21"/>
                    <a:pt x="26" y="21"/>
                  </a:cubicBezTo>
                  <a:cubicBezTo>
                    <a:pt x="25" y="21"/>
                    <a:pt x="24" y="21"/>
                    <a:pt x="23" y="22"/>
                  </a:cubicBezTo>
                  <a:cubicBezTo>
                    <a:pt x="22" y="22"/>
                    <a:pt x="21" y="22"/>
                    <a:pt x="20" y="23"/>
                  </a:cubicBezTo>
                  <a:lnTo>
                    <a:pt x="36" y="36"/>
                  </a:lnTo>
                  <a:lnTo>
                    <a:pt x="36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6" y="61"/>
                  </a:lnTo>
                  <a:lnTo>
                    <a:pt x="36" y="61"/>
                  </a:lnTo>
                  <a:close/>
                  <a:moveTo>
                    <a:pt x="24" y="42"/>
                  </a:moveTo>
                  <a:cubicBezTo>
                    <a:pt x="26" y="42"/>
                    <a:pt x="27" y="42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lnTo>
                    <a:pt x="16" y="27"/>
                  </a:ln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4" y="32"/>
                  </a:cubicBezTo>
                  <a:cubicBezTo>
                    <a:pt x="14" y="35"/>
                    <a:pt x="15" y="37"/>
                    <a:pt x="17" y="39"/>
                  </a:cubicBezTo>
                  <a:cubicBezTo>
                    <a:pt x="19" y="41"/>
                    <a:pt x="22" y="42"/>
                    <a:pt x="24" y="42"/>
                  </a:cubicBezTo>
                  <a:close/>
                  <a:moveTo>
                    <a:pt x="53" y="9"/>
                  </a:moveTo>
                  <a:lnTo>
                    <a:pt x="53" y="0"/>
                  </a:lnTo>
                  <a:lnTo>
                    <a:pt x="124" y="0"/>
                  </a:lnTo>
                  <a:lnTo>
                    <a:pt x="124" y="9"/>
                  </a:lnTo>
                  <a:lnTo>
                    <a:pt x="114" y="9"/>
                  </a:lnTo>
                  <a:lnTo>
                    <a:pt x="114" y="61"/>
                  </a:lnTo>
                  <a:lnTo>
                    <a:pt x="104" y="61"/>
                  </a:lnTo>
                  <a:lnTo>
                    <a:pt x="104" y="28"/>
                  </a:lnTo>
                  <a:cubicBezTo>
                    <a:pt x="101" y="28"/>
                    <a:pt x="98" y="30"/>
                    <a:pt x="96" y="32"/>
                  </a:cubicBezTo>
                  <a:cubicBezTo>
                    <a:pt x="93" y="35"/>
                    <a:pt x="92" y="39"/>
                    <a:pt x="91" y="43"/>
                  </a:cubicBezTo>
                  <a:lnTo>
                    <a:pt x="82" y="39"/>
                  </a:lnTo>
                  <a:cubicBezTo>
                    <a:pt x="83" y="38"/>
                    <a:pt x="83" y="37"/>
                    <a:pt x="84" y="35"/>
                  </a:cubicBezTo>
                  <a:cubicBezTo>
                    <a:pt x="84" y="34"/>
                    <a:pt x="85" y="32"/>
                    <a:pt x="86" y="31"/>
                  </a:cubicBezTo>
                  <a:cubicBezTo>
                    <a:pt x="85" y="30"/>
                    <a:pt x="84" y="28"/>
                    <a:pt x="82" y="27"/>
                  </a:cubicBezTo>
                  <a:cubicBezTo>
                    <a:pt x="81" y="26"/>
                    <a:pt x="80" y="26"/>
                    <a:pt x="78" y="26"/>
                  </a:cubicBezTo>
                  <a:cubicBezTo>
                    <a:pt x="75" y="26"/>
                    <a:pt x="73" y="27"/>
                    <a:pt x="71" y="29"/>
                  </a:cubicBezTo>
                  <a:cubicBezTo>
                    <a:pt x="69" y="31"/>
                    <a:pt x="68" y="34"/>
                    <a:pt x="68" y="37"/>
                  </a:cubicBezTo>
                  <a:cubicBezTo>
                    <a:pt x="68" y="40"/>
                    <a:pt x="69" y="43"/>
                    <a:pt x="72" y="47"/>
                  </a:cubicBezTo>
                  <a:cubicBezTo>
                    <a:pt x="76" y="50"/>
                    <a:pt x="80" y="53"/>
                    <a:pt x="85" y="55"/>
                  </a:cubicBezTo>
                  <a:lnTo>
                    <a:pt x="80" y="62"/>
                  </a:lnTo>
                  <a:cubicBezTo>
                    <a:pt x="74" y="59"/>
                    <a:pt x="68" y="56"/>
                    <a:pt x="64" y="51"/>
                  </a:cubicBezTo>
                  <a:cubicBezTo>
                    <a:pt x="60" y="47"/>
                    <a:pt x="58" y="42"/>
                    <a:pt x="58" y="37"/>
                  </a:cubicBezTo>
                  <a:cubicBezTo>
                    <a:pt x="58" y="31"/>
                    <a:pt x="60" y="27"/>
                    <a:pt x="64" y="23"/>
                  </a:cubicBezTo>
                  <a:cubicBezTo>
                    <a:pt x="68" y="19"/>
                    <a:pt x="73" y="17"/>
                    <a:pt x="78" y="17"/>
                  </a:cubicBezTo>
                  <a:cubicBezTo>
                    <a:pt x="81" y="17"/>
                    <a:pt x="83" y="18"/>
                    <a:pt x="86" y="19"/>
                  </a:cubicBezTo>
                  <a:cubicBezTo>
                    <a:pt x="88" y="20"/>
                    <a:pt x="90" y="22"/>
                    <a:pt x="92" y="24"/>
                  </a:cubicBezTo>
                  <a:cubicBezTo>
                    <a:pt x="94" y="22"/>
                    <a:pt x="96" y="21"/>
                    <a:pt x="98" y="20"/>
                  </a:cubicBezTo>
                  <a:cubicBezTo>
                    <a:pt x="100" y="19"/>
                    <a:pt x="102" y="18"/>
                    <a:pt x="104" y="18"/>
                  </a:cubicBezTo>
                  <a:lnTo>
                    <a:pt x="104" y="9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4"/>
            <p:cNvSpPr/>
            <p:nvPr/>
          </p:nvSpPr>
          <p:spPr>
            <a:xfrm>
              <a:off x="5141769" y="1856200"/>
              <a:ext cx="246062" cy="150813"/>
            </a:xfrm>
            <a:custGeom>
              <a:rect b="b" l="l" r="r" t="t"/>
              <a:pathLst>
                <a:path extrusionOk="0" h="94" w="151">
                  <a:moveTo>
                    <a:pt x="29" y="94"/>
                  </a:moveTo>
                  <a:lnTo>
                    <a:pt x="2" y="54"/>
                  </a:lnTo>
                  <a:lnTo>
                    <a:pt x="11" y="48"/>
                  </a:lnTo>
                  <a:cubicBezTo>
                    <a:pt x="13" y="51"/>
                    <a:pt x="14" y="54"/>
                    <a:pt x="16" y="55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1" y="57"/>
                    <a:pt x="22" y="56"/>
                  </a:cubicBezTo>
                  <a:cubicBezTo>
                    <a:pt x="23" y="55"/>
                    <a:pt x="23" y="54"/>
                    <a:pt x="23" y="53"/>
                  </a:cubicBezTo>
                  <a:lnTo>
                    <a:pt x="23" y="40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70" y="31"/>
                  </a:lnTo>
                  <a:lnTo>
                    <a:pt x="70" y="40"/>
                  </a:lnTo>
                  <a:lnTo>
                    <a:pt x="60" y="40"/>
                  </a:lnTo>
                  <a:lnTo>
                    <a:pt x="60" y="92"/>
                  </a:lnTo>
                  <a:lnTo>
                    <a:pt x="50" y="92"/>
                  </a:lnTo>
                  <a:lnTo>
                    <a:pt x="50" y="65"/>
                  </a:lnTo>
                  <a:lnTo>
                    <a:pt x="39" y="65"/>
                  </a:lnTo>
                  <a:lnTo>
                    <a:pt x="35" y="57"/>
                  </a:lnTo>
                  <a:lnTo>
                    <a:pt x="50" y="57"/>
                  </a:lnTo>
                  <a:lnTo>
                    <a:pt x="50" y="40"/>
                  </a:lnTo>
                  <a:lnTo>
                    <a:pt x="33" y="40"/>
                  </a:lnTo>
                  <a:lnTo>
                    <a:pt x="33" y="54"/>
                  </a:lnTo>
                  <a:cubicBezTo>
                    <a:pt x="33" y="57"/>
                    <a:pt x="32" y="60"/>
                    <a:pt x="31" y="63"/>
                  </a:cubicBezTo>
                  <a:cubicBezTo>
                    <a:pt x="29" y="65"/>
                    <a:pt x="27" y="67"/>
                    <a:pt x="25" y="67"/>
                  </a:cubicBezTo>
                  <a:cubicBezTo>
                    <a:pt x="24" y="67"/>
                    <a:pt x="24" y="66"/>
                    <a:pt x="23" y="66"/>
                  </a:cubicBezTo>
                  <a:cubicBezTo>
                    <a:pt x="22" y="66"/>
                    <a:pt x="22" y="66"/>
                    <a:pt x="22" y="65"/>
                  </a:cubicBezTo>
                  <a:lnTo>
                    <a:pt x="37" y="89"/>
                  </a:lnTo>
                  <a:lnTo>
                    <a:pt x="29" y="94"/>
                  </a:lnTo>
                  <a:close/>
                  <a:moveTo>
                    <a:pt x="51" y="31"/>
                  </a:moveTo>
                  <a:lnTo>
                    <a:pt x="25" y="6"/>
                  </a:lnTo>
                  <a:lnTo>
                    <a:pt x="32" y="0"/>
                  </a:lnTo>
                  <a:lnTo>
                    <a:pt x="60" y="31"/>
                  </a:lnTo>
                  <a:lnTo>
                    <a:pt x="51" y="31"/>
                  </a:lnTo>
                  <a:close/>
                  <a:moveTo>
                    <a:pt x="68" y="40"/>
                  </a:moveTo>
                  <a:lnTo>
                    <a:pt x="68" y="31"/>
                  </a:lnTo>
                  <a:lnTo>
                    <a:pt x="124" y="31"/>
                  </a:lnTo>
                  <a:lnTo>
                    <a:pt x="124" y="40"/>
                  </a:lnTo>
                  <a:lnTo>
                    <a:pt x="114" y="40"/>
                  </a:lnTo>
                  <a:lnTo>
                    <a:pt x="114" y="92"/>
                  </a:lnTo>
                  <a:lnTo>
                    <a:pt x="104" y="92"/>
                  </a:lnTo>
                  <a:lnTo>
                    <a:pt x="104" y="77"/>
                  </a:lnTo>
                  <a:cubicBezTo>
                    <a:pt x="103" y="78"/>
                    <a:pt x="101" y="79"/>
                    <a:pt x="99" y="80"/>
                  </a:cubicBezTo>
                  <a:cubicBezTo>
                    <a:pt x="97" y="81"/>
                    <a:pt x="95" y="81"/>
                    <a:pt x="92" y="81"/>
                  </a:cubicBezTo>
                  <a:cubicBezTo>
                    <a:pt x="87" y="81"/>
                    <a:pt x="82" y="79"/>
                    <a:pt x="78" y="76"/>
                  </a:cubicBezTo>
                  <a:cubicBezTo>
                    <a:pt x="75" y="72"/>
                    <a:pt x="73" y="68"/>
                    <a:pt x="73" y="63"/>
                  </a:cubicBezTo>
                  <a:cubicBezTo>
                    <a:pt x="73" y="58"/>
                    <a:pt x="75" y="54"/>
                    <a:pt x="79" y="51"/>
                  </a:cubicBezTo>
                  <a:cubicBezTo>
                    <a:pt x="82" y="47"/>
                    <a:pt x="87" y="45"/>
                    <a:pt x="93" y="45"/>
                  </a:cubicBezTo>
                  <a:cubicBezTo>
                    <a:pt x="94" y="45"/>
                    <a:pt x="96" y="45"/>
                    <a:pt x="97" y="46"/>
                  </a:cubicBezTo>
                  <a:cubicBezTo>
                    <a:pt x="99" y="46"/>
                    <a:pt x="100" y="46"/>
                    <a:pt x="100" y="46"/>
                  </a:cubicBezTo>
                  <a:lnTo>
                    <a:pt x="100" y="56"/>
                  </a:lnTo>
                  <a:cubicBezTo>
                    <a:pt x="99" y="56"/>
                    <a:pt x="98" y="55"/>
                    <a:pt x="97" y="55"/>
                  </a:cubicBezTo>
                  <a:cubicBezTo>
                    <a:pt x="96" y="55"/>
                    <a:pt x="94" y="55"/>
                    <a:pt x="92" y="55"/>
                  </a:cubicBezTo>
                  <a:cubicBezTo>
                    <a:pt x="90" y="55"/>
                    <a:pt x="87" y="55"/>
                    <a:pt x="86" y="57"/>
                  </a:cubicBezTo>
                  <a:cubicBezTo>
                    <a:pt x="84" y="59"/>
                    <a:pt x="83" y="61"/>
                    <a:pt x="83" y="63"/>
                  </a:cubicBezTo>
                  <a:cubicBezTo>
                    <a:pt x="83" y="66"/>
                    <a:pt x="84" y="68"/>
                    <a:pt x="85" y="70"/>
                  </a:cubicBezTo>
                  <a:cubicBezTo>
                    <a:pt x="87" y="71"/>
                    <a:pt x="89" y="72"/>
                    <a:pt x="92" y="72"/>
                  </a:cubicBezTo>
                  <a:cubicBezTo>
                    <a:pt x="94" y="72"/>
                    <a:pt x="97" y="72"/>
                    <a:pt x="99" y="70"/>
                  </a:cubicBezTo>
                  <a:cubicBezTo>
                    <a:pt x="101" y="69"/>
                    <a:pt x="103" y="68"/>
                    <a:pt x="104" y="65"/>
                  </a:cubicBezTo>
                  <a:lnTo>
                    <a:pt x="104" y="40"/>
                  </a:lnTo>
                  <a:lnTo>
                    <a:pt x="68" y="40"/>
                  </a:lnTo>
                  <a:close/>
                  <a:moveTo>
                    <a:pt x="131" y="92"/>
                  </a:moveTo>
                  <a:lnTo>
                    <a:pt x="131" y="40"/>
                  </a:lnTo>
                  <a:lnTo>
                    <a:pt x="121" y="40"/>
                  </a:lnTo>
                  <a:lnTo>
                    <a:pt x="121" y="31"/>
                  </a:lnTo>
                  <a:lnTo>
                    <a:pt x="151" y="31"/>
                  </a:lnTo>
                  <a:lnTo>
                    <a:pt x="151" y="40"/>
                  </a:lnTo>
                  <a:lnTo>
                    <a:pt x="141" y="40"/>
                  </a:lnTo>
                  <a:lnTo>
                    <a:pt x="141" y="92"/>
                  </a:lnTo>
                  <a:lnTo>
                    <a:pt x="131" y="9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4"/>
            <p:cNvSpPr/>
            <p:nvPr/>
          </p:nvSpPr>
          <p:spPr>
            <a:xfrm>
              <a:off x="4355957" y="2346737"/>
              <a:ext cx="981075" cy="168275"/>
            </a:xfrm>
            <a:custGeom>
              <a:rect b="b" l="l" r="r" t="t"/>
              <a:pathLst>
                <a:path extrusionOk="0" h="104" w="603">
                  <a:moveTo>
                    <a:pt x="0" y="28"/>
                  </a:moveTo>
                  <a:lnTo>
                    <a:pt x="9" y="10"/>
                  </a:lnTo>
                  <a:lnTo>
                    <a:pt x="15" y="10"/>
                  </a:lnTo>
                  <a:lnTo>
                    <a:pt x="11" y="28"/>
                  </a:lnTo>
                  <a:lnTo>
                    <a:pt x="0" y="28"/>
                  </a:lnTo>
                  <a:close/>
                  <a:moveTo>
                    <a:pt x="30" y="28"/>
                  </a:moveTo>
                  <a:lnTo>
                    <a:pt x="39" y="10"/>
                  </a:lnTo>
                  <a:lnTo>
                    <a:pt x="45" y="10"/>
                  </a:lnTo>
                  <a:lnTo>
                    <a:pt x="41" y="28"/>
                  </a:lnTo>
                  <a:lnTo>
                    <a:pt x="30" y="28"/>
                  </a:lnTo>
                  <a:close/>
                  <a:moveTo>
                    <a:pt x="78" y="78"/>
                  </a:moveTo>
                  <a:lnTo>
                    <a:pt x="54" y="57"/>
                  </a:lnTo>
                  <a:lnTo>
                    <a:pt x="61" y="50"/>
                  </a:lnTo>
                  <a:lnTo>
                    <a:pt x="65" y="54"/>
                  </a:lnTo>
                  <a:cubicBezTo>
                    <a:pt x="68" y="54"/>
                    <a:pt x="71" y="53"/>
                    <a:pt x="74" y="52"/>
                  </a:cubicBezTo>
                  <a:cubicBezTo>
                    <a:pt x="76" y="50"/>
                    <a:pt x="77" y="48"/>
                    <a:pt x="78" y="45"/>
                  </a:cubicBezTo>
                  <a:cubicBezTo>
                    <a:pt x="77" y="46"/>
                    <a:pt x="76" y="47"/>
                    <a:pt x="75" y="47"/>
                  </a:cubicBezTo>
                  <a:cubicBezTo>
                    <a:pt x="74" y="47"/>
                    <a:pt x="73" y="47"/>
                    <a:pt x="72" y="47"/>
                  </a:cubicBezTo>
                  <a:cubicBezTo>
                    <a:pt x="68" y="47"/>
                    <a:pt x="65" y="46"/>
                    <a:pt x="62" y="44"/>
                  </a:cubicBezTo>
                  <a:cubicBezTo>
                    <a:pt x="59" y="41"/>
                    <a:pt x="58" y="38"/>
                    <a:pt x="58" y="35"/>
                  </a:cubicBezTo>
                  <a:cubicBezTo>
                    <a:pt x="58" y="31"/>
                    <a:pt x="59" y="28"/>
                    <a:pt x="62" y="25"/>
                  </a:cubicBezTo>
                  <a:cubicBezTo>
                    <a:pt x="64" y="23"/>
                    <a:pt x="68" y="21"/>
                    <a:pt x="71" y="21"/>
                  </a:cubicBezTo>
                  <a:cubicBezTo>
                    <a:pt x="76" y="21"/>
                    <a:pt x="80" y="23"/>
                    <a:pt x="82" y="27"/>
                  </a:cubicBezTo>
                  <a:cubicBezTo>
                    <a:pt x="85" y="30"/>
                    <a:pt x="87" y="34"/>
                    <a:pt x="87" y="40"/>
                  </a:cubicBezTo>
                  <a:cubicBezTo>
                    <a:pt x="87" y="45"/>
                    <a:pt x="85" y="50"/>
                    <a:pt x="82" y="54"/>
                  </a:cubicBezTo>
                  <a:cubicBezTo>
                    <a:pt x="80" y="58"/>
                    <a:pt x="76" y="60"/>
                    <a:pt x="72" y="61"/>
                  </a:cubicBezTo>
                  <a:lnTo>
                    <a:pt x="84" y="71"/>
                  </a:lnTo>
                  <a:lnTo>
                    <a:pt x="78" y="78"/>
                  </a:lnTo>
                  <a:close/>
                  <a:moveTo>
                    <a:pt x="72" y="40"/>
                  </a:moveTo>
                  <a:cubicBezTo>
                    <a:pt x="73" y="40"/>
                    <a:pt x="74" y="40"/>
                    <a:pt x="75" y="39"/>
                  </a:cubicBezTo>
                  <a:cubicBezTo>
                    <a:pt x="76" y="39"/>
                    <a:pt x="77" y="38"/>
                    <a:pt x="78" y="37"/>
                  </a:cubicBezTo>
                  <a:cubicBezTo>
                    <a:pt x="78" y="35"/>
                    <a:pt x="77" y="33"/>
                    <a:pt x="76" y="32"/>
                  </a:cubicBezTo>
                  <a:cubicBezTo>
                    <a:pt x="75" y="30"/>
                    <a:pt x="73" y="30"/>
                    <a:pt x="71" y="30"/>
                  </a:cubicBezTo>
                  <a:cubicBezTo>
                    <a:pt x="70" y="30"/>
                    <a:pt x="69" y="30"/>
                    <a:pt x="68" y="31"/>
                  </a:cubicBezTo>
                  <a:cubicBezTo>
                    <a:pt x="67" y="32"/>
                    <a:pt x="66" y="33"/>
                    <a:pt x="66" y="35"/>
                  </a:cubicBezTo>
                  <a:cubicBezTo>
                    <a:pt x="66" y="36"/>
                    <a:pt x="67" y="38"/>
                    <a:pt x="68" y="39"/>
                  </a:cubicBezTo>
                  <a:cubicBezTo>
                    <a:pt x="69" y="40"/>
                    <a:pt x="71" y="40"/>
                    <a:pt x="72" y="40"/>
                  </a:cubicBezTo>
                  <a:close/>
                  <a:moveTo>
                    <a:pt x="97" y="77"/>
                  </a:moveTo>
                  <a:lnTo>
                    <a:pt x="97" y="31"/>
                  </a:lnTo>
                  <a:lnTo>
                    <a:pt x="89" y="31"/>
                  </a:lnTo>
                  <a:lnTo>
                    <a:pt x="89" y="24"/>
                  </a:lnTo>
                  <a:lnTo>
                    <a:pt x="115" y="24"/>
                  </a:lnTo>
                  <a:lnTo>
                    <a:pt x="115" y="31"/>
                  </a:lnTo>
                  <a:lnTo>
                    <a:pt x="106" y="31"/>
                  </a:lnTo>
                  <a:lnTo>
                    <a:pt x="106" y="77"/>
                  </a:lnTo>
                  <a:lnTo>
                    <a:pt x="97" y="77"/>
                  </a:lnTo>
                  <a:close/>
                  <a:moveTo>
                    <a:pt x="121" y="77"/>
                  </a:moveTo>
                  <a:lnTo>
                    <a:pt x="121" y="31"/>
                  </a:lnTo>
                  <a:lnTo>
                    <a:pt x="112" y="31"/>
                  </a:lnTo>
                  <a:lnTo>
                    <a:pt x="112" y="24"/>
                  </a:lnTo>
                  <a:lnTo>
                    <a:pt x="121" y="24"/>
                  </a:lnTo>
                  <a:cubicBezTo>
                    <a:pt x="120" y="19"/>
                    <a:pt x="118" y="15"/>
                    <a:pt x="116" y="11"/>
                  </a:cubicBezTo>
                  <a:cubicBezTo>
                    <a:pt x="113" y="8"/>
                    <a:pt x="110" y="6"/>
                    <a:pt x="107" y="6"/>
                  </a:cubicBezTo>
                  <a:cubicBezTo>
                    <a:pt x="105" y="6"/>
                    <a:pt x="103" y="7"/>
                    <a:pt x="102" y="8"/>
                  </a:cubicBezTo>
                  <a:cubicBezTo>
                    <a:pt x="101" y="9"/>
                    <a:pt x="100" y="11"/>
                    <a:pt x="100" y="12"/>
                  </a:cubicBezTo>
                  <a:cubicBezTo>
                    <a:pt x="100" y="14"/>
                    <a:pt x="101" y="16"/>
                    <a:pt x="102" y="18"/>
                  </a:cubicBezTo>
                  <a:cubicBezTo>
                    <a:pt x="103" y="20"/>
                    <a:pt x="105" y="21"/>
                    <a:pt x="107" y="23"/>
                  </a:cubicBezTo>
                  <a:lnTo>
                    <a:pt x="97" y="23"/>
                  </a:lnTo>
                  <a:cubicBezTo>
                    <a:pt x="96" y="22"/>
                    <a:pt x="94" y="21"/>
                    <a:pt x="93" y="19"/>
                  </a:cubicBezTo>
                  <a:cubicBezTo>
                    <a:pt x="93" y="17"/>
                    <a:pt x="92" y="15"/>
                    <a:pt x="92" y="12"/>
                  </a:cubicBezTo>
                  <a:cubicBezTo>
                    <a:pt x="92" y="9"/>
                    <a:pt x="94" y="6"/>
                    <a:pt x="97" y="3"/>
                  </a:cubicBezTo>
                  <a:cubicBezTo>
                    <a:pt x="99" y="1"/>
                    <a:pt x="103" y="0"/>
                    <a:pt x="107" y="0"/>
                  </a:cubicBezTo>
                  <a:cubicBezTo>
                    <a:pt x="112" y="0"/>
                    <a:pt x="117" y="2"/>
                    <a:pt x="121" y="6"/>
                  </a:cubicBezTo>
                  <a:cubicBezTo>
                    <a:pt x="125" y="11"/>
                    <a:pt x="128" y="17"/>
                    <a:pt x="129" y="24"/>
                  </a:cubicBezTo>
                  <a:lnTo>
                    <a:pt x="138" y="24"/>
                  </a:lnTo>
                  <a:lnTo>
                    <a:pt x="138" y="31"/>
                  </a:lnTo>
                  <a:lnTo>
                    <a:pt x="130" y="31"/>
                  </a:lnTo>
                  <a:lnTo>
                    <a:pt x="130" y="77"/>
                  </a:lnTo>
                  <a:lnTo>
                    <a:pt x="121" y="77"/>
                  </a:lnTo>
                  <a:close/>
                  <a:moveTo>
                    <a:pt x="136" y="31"/>
                  </a:moveTo>
                  <a:lnTo>
                    <a:pt x="136" y="24"/>
                  </a:lnTo>
                  <a:lnTo>
                    <a:pt x="197" y="24"/>
                  </a:lnTo>
                  <a:lnTo>
                    <a:pt x="197" y="31"/>
                  </a:lnTo>
                  <a:lnTo>
                    <a:pt x="189" y="31"/>
                  </a:lnTo>
                  <a:lnTo>
                    <a:pt x="189" y="77"/>
                  </a:lnTo>
                  <a:lnTo>
                    <a:pt x="180" y="77"/>
                  </a:lnTo>
                  <a:lnTo>
                    <a:pt x="180" y="48"/>
                  </a:lnTo>
                  <a:cubicBezTo>
                    <a:pt x="178" y="48"/>
                    <a:pt x="175" y="49"/>
                    <a:pt x="173" y="52"/>
                  </a:cubicBezTo>
                  <a:cubicBezTo>
                    <a:pt x="171" y="54"/>
                    <a:pt x="170" y="57"/>
                    <a:pt x="169" y="61"/>
                  </a:cubicBezTo>
                  <a:lnTo>
                    <a:pt x="162" y="58"/>
                  </a:lnTo>
                  <a:cubicBezTo>
                    <a:pt x="162" y="57"/>
                    <a:pt x="162" y="55"/>
                    <a:pt x="163" y="54"/>
                  </a:cubicBezTo>
                  <a:cubicBezTo>
                    <a:pt x="163" y="53"/>
                    <a:pt x="164" y="52"/>
                    <a:pt x="165" y="51"/>
                  </a:cubicBezTo>
                  <a:cubicBezTo>
                    <a:pt x="164" y="49"/>
                    <a:pt x="163" y="48"/>
                    <a:pt x="162" y="48"/>
                  </a:cubicBezTo>
                  <a:cubicBezTo>
                    <a:pt x="160" y="47"/>
                    <a:pt x="159" y="46"/>
                    <a:pt x="158" y="46"/>
                  </a:cubicBezTo>
                  <a:cubicBezTo>
                    <a:pt x="155" y="46"/>
                    <a:pt x="153" y="47"/>
                    <a:pt x="151" y="49"/>
                  </a:cubicBezTo>
                  <a:cubicBezTo>
                    <a:pt x="150" y="51"/>
                    <a:pt x="149" y="53"/>
                    <a:pt x="149" y="56"/>
                  </a:cubicBezTo>
                  <a:cubicBezTo>
                    <a:pt x="149" y="59"/>
                    <a:pt x="150" y="62"/>
                    <a:pt x="153" y="64"/>
                  </a:cubicBezTo>
                  <a:cubicBezTo>
                    <a:pt x="156" y="67"/>
                    <a:pt x="159" y="70"/>
                    <a:pt x="164" y="71"/>
                  </a:cubicBezTo>
                  <a:lnTo>
                    <a:pt x="160" y="78"/>
                  </a:lnTo>
                  <a:cubicBezTo>
                    <a:pt x="154" y="75"/>
                    <a:pt x="149" y="72"/>
                    <a:pt x="146" y="68"/>
                  </a:cubicBezTo>
                  <a:cubicBezTo>
                    <a:pt x="142" y="64"/>
                    <a:pt x="140" y="60"/>
                    <a:pt x="140" y="56"/>
                  </a:cubicBezTo>
                  <a:cubicBezTo>
                    <a:pt x="140" y="51"/>
                    <a:pt x="142" y="47"/>
                    <a:pt x="145" y="44"/>
                  </a:cubicBezTo>
                  <a:cubicBezTo>
                    <a:pt x="149" y="40"/>
                    <a:pt x="153" y="39"/>
                    <a:pt x="158" y="39"/>
                  </a:cubicBezTo>
                  <a:cubicBezTo>
                    <a:pt x="160" y="39"/>
                    <a:pt x="162" y="39"/>
                    <a:pt x="164" y="40"/>
                  </a:cubicBezTo>
                  <a:cubicBezTo>
                    <a:pt x="167" y="41"/>
                    <a:pt x="168" y="43"/>
                    <a:pt x="170" y="45"/>
                  </a:cubicBezTo>
                  <a:cubicBezTo>
                    <a:pt x="172" y="43"/>
                    <a:pt x="173" y="42"/>
                    <a:pt x="175" y="41"/>
                  </a:cubicBezTo>
                  <a:cubicBezTo>
                    <a:pt x="177" y="40"/>
                    <a:pt x="179" y="40"/>
                    <a:pt x="180" y="40"/>
                  </a:cubicBezTo>
                  <a:lnTo>
                    <a:pt x="180" y="31"/>
                  </a:lnTo>
                  <a:lnTo>
                    <a:pt x="136" y="31"/>
                  </a:lnTo>
                  <a:close/>
                  <a:moveTo>
                    <a:pt x="179" y="1"/>
                  </a:moveTo>
                  <a:lnTo>
                    <a:pt x="190" y="1"/>
                  </a:lnTo>
                  <a:lnTo>
                    <a:pt x="190" y="12"/>
                  </a:lnTo>
                  <a:lnTo>
                    <a:pt x="179" y="12"/>
                  </a:lnTo>
                  <a:lnTo>
                    <a:pt x="179" y="1"/>
                  </a:lnTo>
                  <a:close/>
                  <a:moveTo>
                    <a:pt x="257" y="77"/>
                  </a:moveTo>
                  <a:lnTo>
                    <a:pt x="257" y="59"/>
                  </a:lnTo>
                  <a:cubicBezTo>
                    <a:pt x="256" y="60"/>
                    <a:pt x="255" y="61"/>
                    <a:pt x="253" y="62"/>
                  </a:cubicBezTo>
                  <a:cubicBezTo>
                    <a:pt x="251" y="63"/>
                    <a:pt x="249" y="63"/>
                    <a:pt x="247" y="63"/>
                  </a:cubicBezTo>
                  <a:cubicBezTo>
                    <a:pt x="243" y="63"/>
                    <a:pt x="239" y="62"/>
                    <a:pt x="236" y="59"/>
                  </a:cubicBezTo>
                  <a:cubicBezTo>
                    <a:pt x="233" y="56"/>
                    <a:pt x="231" y="53"/>
                    <a:pt x="231" y="49"/>
                  </a:cubicBezTo>
                  <a:lnTo>
                    <a:pt x="231" y="31"/>
                  </a:lnTo>
                  <a:lnTo>
                    <a:pt x="226" y="31"/>
                  </a:lnTo>
                  <a:lnTo>
                    <a:pt x="226" y="24"/>
                  </a:lnTo>
                  <a:lnTo>
                    <a:pt x="274" y="24"/>
                  </a:lnTo>
                  <a:lnTo>
                    <a:pt x="274" y="31"/>
                  </a:lnTo>
                  <a:lnTo>
                    <a:pt x="266" y="31"/>
                  </a:lnTo>
                  <a:lnTo>
                    <a:pt x="266" y="77"/>
                  </a:lnTo>
                  <a:lnTo>
                    <a:pt x="257" y="77"/>
                  </a:lnTo>
                  <a:close/>
                  <a:moveTo>
                    <a:pt x="247" y="55"/>
                  </a:moveTo>
                  <a:cubicBezTo>
                    <a:pt x="249" y="55"/>
                    <a:pt x="251" y="55"/>
                    <a:pt x="252" y="54"/>
                  </a:cubicBezTo>
                  <a:cubicBezTo>
                    <a:pt x="254" y="53"/>
                    <a:pt x="256" y="51"/>
                    <a:pt x="257" y="50"/>
                  </a:cubicBezTo>
                  <a:lnTo>
                    <a:pt x="257" y="31"/>
                  </a:lnTo>
                  <a:lnTo>
                    <a:pt x="240" y="31"/>
                  </a:lnTo>
                  <a:lnTo>
                    <a:pt x="240" y="49"/>
                  </a:lnTo>
                  <a:cubicBezTo>
                    <a:pt x="240" y="51"/>
                    <a:pt x="240" y="52"/>
                    <a:pt x="242" y="53"/>
                  </a:cubicBezTo>
                  <a:cubicBezTo>
                    <a:pt x="243" y="54"/>
                    <a:pt x="245" y="55"/>
                    <a:pt x="247" y="55"/>
                  </a:cubicBezTo>
                  <a:close/>
                  <a:moveTo>
                    <a:pt x="301" y="79"/>
                  </a:moveTo>
                  <a:lnTo>
                    <a:pt x="275" y="42"/>
                  </a:lnTo>
                  <a:lnTo>
                    <a:pt x="282" y="37"/>
                  </a:lnTo>
                  <a:cubicBezTo>
                    <a:pt x="283" y="40"/>
                    <a:pt x="284" y="42"/>
                    <a:pt x="286" y="43"/>
                  </a:cubicBezTo>
                  <a:cubicBezTo>
                    <a:pt x="288" y="45"/>
                    <a:pt x="289" y="46"/>
                    <a:pt x="291" y="46"/>
                  </a:cubicBezTo>
                  <a:cubicBezTo>
                    <a:pt x="293" y="46"/>
                    <a:pt x="294" y="45"/>
                    <a:pt x="295" y="44"/>
                  </a:cubicBezTo>
                  <a:cubicBezTo>
                    <a:pt x="296" y="43"/>
                    <a:pt x="296" y="42"/>
                    <a:pt x="296" y="41"/>
                  </a:cubicBezTo>
                  <a:lnTo>
                    <a:pt x="296" y="31"/>
                  </a:lnTo>
                  <a:lnTo>
                    <a:pt x="272" y="31"/>
                  </a:lnTo>
                  <a:lnTo>
                    <a:pt x="272" y="24"/>
                  </a:lnTo>
                  <a:lnTo>
                    <a:pt x="312" y="24"/>
                  </a:lnTo>
                  <a:lnTo>
                    <a:pt x="312" y="31"/>
                  </a:lnTo>
                  <a:lnTo>
                    <a:pt x="305" y="31"/>
                  </a:lnTo>
                  <a:lnTo>
                    <a:pt x="305" y="41"/>
                  </a:lnTo>
                  <a:cubicBezTo>
                    <a:pt x="305" y="44"/>
                    <a:pt x="304" y="47"/>
                    <a:pt x="302" y="50"/>
                  </a:cubicBezTo>
                  <a:cubicBezTo>
                    <a:pt x="301" y="52"/>
                    <a:pt x="299" y="54"/>
                    <a:pt x="296" y="54"/>
                  </a:cubicBezTo>
                  <a:cubicBezTo>
                    <a:pt x="295" y="54"/>
                    <a:pt x="294" y="54"/>
                    <a:pt x="294" y="54"/>
                  </a:cubicBezTo>
                  <a:cubicBezTo>
                    <a:pt x="293" y="54"/>
                    <a:pt x="293" y="53"/>
                    <a:pt x="292" y="53"/>
                  </a:cubicBezTo>
                  <a:lnTo>
                    <a:pt x="308" y="74"/>
                  </a:lnTo>
                  <a:lnTo>
                    <a:pt x="301" y="79"/>
                  </a:lnTo>
                  <a:close/>
                  <a:moveTo>
                    <a:pt x="294" y="1"/>
                  </a:moveTo>
                  <a:lnTo>
                    <a:pt x="305" y="1"/>
                  </a:lnTo>
                  <a:lnTo>
                    <a:pt x="305" y="12"/>
                  </a:lnTo>
                  <a:lnTo>
                    <a:pt x="294" y="12"/>
                  </a:lnTo>
                  <a:lnTo>
                    <a:pt x="294" y="1"/>
                  </a:lnTo>
                  <a:close/>
                  <a:moveTo>
                    <a:pt x="380" y="77"/>
                  </a:moveTo>
                  <a:lnTo>
                    <a:pt x="380" y="56"/>
                  </a:lnTo>
                  <a:lnTo>
                    <a:pt x="366" y="56"/>
                  </a:lnTo>
                  <a:lnTo>
                    <a:pt x="366" y="59"/>
                  </a:lnTo>
                  <a:cubicBezTo>
                    <a:pt x="366" y="60"/>
                    <a:pt x="366" y="61"/>
                    <a:pt x="365" y="62"/>
                  </a:cubicBezTo>
                  <a:cubicBezTo>
                    <a:pt x="364" y="62"/>
                    <a:pt x="364" y="63"/>
                    <a:pt x="363" y="63"/>
                  </a:cubicBezTo>
                  <a:cubicBezTo>
                    <a:pt x="361" y="63"/>
                    <a:pt x="359" y="61"/>
                    <a:pt x="355" y="58"/>
                  </a:cubicBezTo>
                  <a:cubicBezTo>
                    <a:pt x="352" y="55"/>
                    <a:pt x="350" y="52"/>
                    <a:pt x="350" y="51"/>
                  </a:cubicBezTo>
                  <a:cubicBezTo>
                    <a:pt x="350" y="50"/>
                    <a:pt x="351" y="49"/>
                    <a:pt x="351" y="48"/>
                  </a:cubicBezTo>
                  <a:cubicBezTo>
                    <a:pt x="352" y="48"/>
                    <a:pt x="352" y="47"/>
                    <a:pt x="353" y="47"/>
                  </a:cubicBezTo>
                  <a:lnTo>
                    <a:pt x="357" y="47"/>
                  </a:lnTo>
                  <a:lnTo>
                    <a:pt x="357" y="33"/>
                  </a:lnTo>
                  <a:cubicBezTo>
                    <a:pt x="357" y="31"/>
                    <a:pt x="357" y="30"/>
                    <a:pt x="356" y="29"/>
                  </a:cubicBezTo>
                  <a:cubicBezTo>
                    <a:pt x="355" y="29"/>
                    <a:pt x="354" y="28"/>
                    <a:pt x="353" y="28"/>
                  </a:cubicBezTo>
                  <a:cubicBezTo>
                    <a:pt x="353" y="28"/>
                    <a:pt x="352" y="29"/>
                    <a:pt x="351" y="29"/>
                  </a:cubicBezTo>
                  <a:cubicBezTo>
                    <a:pt x="350" y="30"/>
                    <a:pt x="350" y="31"/>
                    <a:pt x="350" y="32"/>
                  </a:cubicBezTo>
                  <a:cubicBezTo>
                    <a:pt x="350" y="33"/>
                    <a:pt x="350" y="34"/>
                    <a:pt x="351" y="34"/>
                  </a:cubicBezTo>
                  <a:cubicBezTo>
                    <a:pt x="351" y="35"/>
                    <a:pt x="352" y="36"/>
                    <a:pt x="353" y="36"/>
                  </a:cubicBezTo>
                  <a:lnTo>
                    <a:pt x="353" y="43"/>
                  </a:lnTo>
                  <a:cubicBezTo>
                    <a:pt x="350" y="43"/>
                    <a:pt x="348" y="41"/>
                    <a:pt x="346" y="39"/>
                  </a:cubicBezTo>
                  <a:cubicBezTo>
                    <a:pt x="344" y="37"/>
                    <a:pt x="343" y="35"/>
                    <a:pt x="343" y="32"/>
                  </a:cubicBezTo>
                  <a:cubicBezTo>
                    <a:pt x="343" y="29"/>
                    <a:pt x="344" y="26"/>
                    <a:pt x="346" y="24"/>
                  </a:cubicBezTo>
                  <a:cubicBezTo>
                    <a:pt x="348" y="22"/>
                    <a:pt x="350" y="21"/>
                    <a:pt x="353" y="21"/>
                  </a:cubicBezTo>
                  <a:cubicBezTo>
                    <a:pt x="357" y="21"/>
                    <a:pt x="360" y="22"/>
                    <a:pt x="362" y="24"/>
                  </a:cubicBezTo>
                  <a:cubicBezTo>
                    <a:pt x="365" y="27"/>
                    <a:pt x="366" y="29"/>
                    <a:pt x="366" y="33"/>
                  </a:cubicBezTo>
                  <a:lnTo>
                    <a:pt x="366" y="47"/>
                  </a:lnTo>
                  <a:lnTo>
                    <a:pt x="380" y="47"/>
                  </a:lnTo>
                  <a:lnTo>
                    <a:pt x="380" y="31"/>
                  </a:lnTo>
                  <a:lnTo>
                    <a:pt x="372" y="31"/>
                  </a:lnTo>
                  <a:lnTo>
                    <a:pt x="372" y="24"/>
                  </a:lnTo>
                  <a:lnTo>
                    <a:pt x="398" y="24"/>
                  </a:lnTo>
                  <a:lnTo>
                    <a:pt x="398" y="31"/>
                  </a:lnTo>
                  <a:lnTo>
                    <a:pt x="389" y="31"/>
                  </a:lnTo>
                  <a:lnTo>
                    <a:pt x="389" y="77"/>
                  </a:lnTo>
                  <a:lnTo>
                    <a:pt x="380" y="77"/>
                  </a:lnTo>
                  <a:close/>
                  <a:moveTo>
                    <a:pt x="384" y="99"/>
                  </a:moveTo>
                  <a:cubicBezTo>
                    <a:pt x="381" y="99"/>
                    <a:pt x="378" y="98"/>
                    <a:pt x="375" y="96"/>
                  </a:cubicBezTo>
                  <a:cubicBezTo>
                    <a:pt x="373" y="93"/>
                    <a:pt x="371" y="91"/>
                    <a:pt x="371" y="87"/>
                  </a:cubicBezTo>
                  <a:cubicBezTo>
                    <a:pt x="371" y="84"/>
                    <a:pt x="373" y="81"/>
                    <a:pt x="375" y="79"/>
                  </a:cubicBezTo>
                  <a:cubicBezTo>
                    <a:pt x="378" y="77"/>
                    <a:pt x="381" y="76"/>
                    <a:pt x="385" y="76"/>
                  </a:cubicBezTo>
                  <a:cubicBezTo>
                    <a:pt x="390" y="76"/>
                    <a:pt x="396" y="78"/>
                    <a:pt x="401" y="82"/>
                  </a:cubicBezTo>
                  <a:cubicBezTo>
                    <a:pt x="407" y="87"/>
                    <a:pt x="412" y="92"/>
                    <a:pt x="416" y="100"/>
                  </a:cubicBezTo>
                  <a:lnTo>
                    <a:pt x="410" y="104"/>
                  </a:lnTo>
                  <a:cubicBezTo>
                    <a:pt x="406" y="97"/>
                    <a:pt x="402" y="92"/>
                    <a:pt x="397" y="88"/>
                  </a:cubicBezTo>
                  <a:cubicBezTo>
                    <a:pt x="393" y="84"/>
                    <a:pt x="389" y="82"/>
                    <a:pt x="385" y="82"/>
                  </a:cubicBezTo>
                  <a:cubicBezTo>
                    <a:pt x="383" y="82"/>
                    <a:pt x="382" y="83"/>
                    <a:pt x="380" y="84"/>
                  </a:cubicBezTo>
                  <a:cubicBezTo>
                    <a:pt x="379" y="85"/>
                    <a:pt x="378" y="86"/>
                    <a:pt x="378" y="87"/>
                  </a:cubicBezTo>
                  <a:cubicBezTo>
                    <a:pt x="378" y="89"/>
                    <a:pt x="379" y="90"/>
                    <a:pt x="380" y="91"/>
                  </a:cubicBezTo>
                  <a:cubicBezTo>
                    <a:pt x="381" y="92"/>
                    <a:pt x="382" y="92"/>
                    <a:pt x="384" y="92"/>
                  </a:cubicBezTo>
                  <a:cubicBezTo>
                    <a:pt x="385" y="92"/>
                    <a:pt x="386" y="92"/>
                    <a:pt x="386" y="92"/>
                  </a:cubicBezTo>
                  <a:cubicBezTo>
                    <a:pt x="387" y="92"/>
                    <a:pt x="388" y="91"/>
                    <a:pt x="389" y="91"/>
                  </a:cubicBezTo>
                  <a:lnTo>
                    <a:pt x="392" y="97"/>
                  </a:lnTo>
                  <a:cubicBezTo>
                    <a:pt x="390" y="97"/>
                    <a:pt x="389" y="98"/>
                    <a:pt x="388" y="98"/>
                  </a:cubicBezTo>
                  <a:cubicBezTo>
                    <a:pt x="386" y="99"/>
                    <a:pt x="385" y="99"/>
                    <a:pt x="384" y="99"/>
                  </a:cubicBezTo>
                  <a:close/>
                  <a:moveTo>
                    <a:pt x="426" y="77"/>
                  </a:moveTo>
                  <a:lnTo>
                    <a:pt x="426" y="61"/>
                  </a:lnTo>
                  <a:cubicBezTo>
                    <a:pt x="425" y="61"/>
                    <a:pt x="424" y="62"/>
                    <a:pt x="423" y="62"/>
                  </a:cubicBezTo>
                  <a:cubicBezTo>
                    <a:pt x="421" y="63"/>
                    <a:pt x="419" y="63"/>
                    <a:pt x="417" y="63"/>
                  </a:cubicBezTo>
                  <a:cubicBezTo>
                    <a:pt x="413" y="63"/>
                    <a:pt x="409" y="62"/>
                    <a:pt x="406" y="59"/>
                  </a:cubicBezTo>
                  <a:cubicBezTo>
                    <a:pt x="403" y="57"/>
                    <a:pt x="401" y="53"/>
                    <a:pt x="401" y="50"/>
                  </a:cubicBezTo>
                  <a:lnTo>
                    <a:pt x="401" y="31"/>
                  </a:lnTo>
                  <a:lnTo>
                    <a:pt x="396" y="31"/>
                  </a:lnTo>
                  <a:lnTo>
                    <a:pt x="396" y="24"/>
                  </a:lnTo>
                  <a:lnTo>
                    <a:pt x="443" y="24"/>
                  </a:lnTo>
                  <a:lnTo>
                    <a:pt x="443" y="31"/>
                  </a:lnTo>
                  <a:lnTo>
                    <a:pt x="434" y="31"/>
                  </a:lnTo>
                  <a:lnTo>
                    <a:pt x="434" y="77"/>
                  </a:lnTo>
                  <a:lnTo>
                    <a:pt x="426" y="77"/>
                  </a:lnTo>
                  <a:close/>
                  <a:moveTo>
                    <a:pt x="417" y="56"/>
                  </a:moveTo>
                  <a:cubicBezTo>
                    <a:pt x="419" y="56"/>
                    <a:pt x="420" y="56"/>
                    <a:pt x="421" y="55"/>
                  </a:cubicBezTo>
                  <a:cubicBezTo>
                    <a:pt x="422" y="55"/>
                    <a:pt x="423" y="54"/>
                    <a:pt x="424" y="54"/>
                  </a:cubicBezTo>
                  <a:lnTo>
                    <a:pt x="410" y="38"/>
                  </a:lnTo>
                  <a:lnTo>
                    <a:pt x="410" y="50"/>
                  </a:lnTo>
                  <a:cubicBezTo>
                    <a:pt x="410" y="51"/>
                    <a:pt x="411" y="53"/>
                    <a:pt x="412" y="54"/>
                  </a:cubicBezTo>
                  <a:cubicBezTo>
                    <a:pt x="414" y="55"/>
                    <a:pt x="415" y="56"/>
                    <a:pt x="417" y="56"/>
                  </a:cubicBezTo>
                  <a:close/>
                  <a:moveTo>
                    <a:pt x="426" y="48"/>
                  </a:moveTo>
                  <a:lnTo>
                    <a:pt x="426" y="31"/>
                  </a:lnTo>
                  <a:lnTo>
                    <a:pt x="412" y="31"/>
                  </a:lnTo>
                  <a:lnTo>
                    <a:pt x="426" y="48"/>
                  </a:lnTo>
                  <a:close/>
                  <a:moveTo>
                    <a:pt x="485" y="77"/>
                  </a:moveTo>
                  <a:lnTo>
                    <a:pt x="485" y="31"/>
                  </a:lnTo>
                  <a:lnTo>
                    <a:pt x="475" y="31"/>
                  </a:lnTo>
                  <a:lnTo>
                    <a:pt x="475" y="51"/>
                  </a:lnTo>
                  <a:cubicBezTo>
                    <a:pt x="475" y="55"/>
                    <a:pt x="473" y="58"/>
                    <a:pt x="471" y="61"/>
                  </a:cubicBezTo>
                  <a:cubicBezTo>
                    <a:pt x="468" y="64"/>
                    <a:pt x="465" y="65"/>
                    <a:pt x="461" y="65"/>
                  </a:cubicBezTo>
                  <a:cubicBezTo>
                    <a:pt x="457" y="65"/>
                    <a:pt x="453" y="64"/>
                    <a:pt x="451" y="61"/>
                  </a:cubicBezTo>
                  <a:cubicBezTo>
                    <a:pt x="448" y="58"/>
                    <a:pt x="446" y="55"/>
                    <a:pt x="446" y="51"/>
                  </a:cubicBezTo>
                  <a:lnTo>
                    <a:pt x="446" y="31"/>
                  </a:lnTo>
                  <a:lnTo>
                    <a:pt x="441" y="31"/>
                  </a:lnTo>
                  <a:lnTo>
                    <a:pt x="441" y="24"/>
                  </a:lnTo>
                  <a:lnTo>
                    <a:pt x="502" y="24"/>
                  </a:lnTo>
                  <a:lnTo>
                    <a:pt x="502" y="31"/>
                  </a:lnTo>
                  <a:lnTo>
                    <a:pt x="494" y="31"/>
                  </a:lnTo>
                  <a:lnTo>
                    <a:pt x="494" y="77"/>
                  </a:lnTo>
                  <a:lnTo>
                    <a:pt x="485" y="77"/>
                  </a:lnTo>
                  <a:close/>
                  <a:moveTo>
                    <a:pt x="461" y="58"/>
                  </a:moveTo>
                  <a:cubicBezTo>
                    <a:pt x="462" y="58"/>
                    <a:pt x="464" y="57"/>
                    <a:pt x="465" y="56"/>
                  </a:cubicBezTo>
                  <a:cubicBezTo>
                    <a:pt x="466" y="54"/>
                    <a:pt x="466" y="53"/>
                    <a:pt x="466" y="51"/>
                  </a:cubicBezTo>
                  <a:lnTo>
                    <a:pt x="466" y="31"/>
                  </a:lnTo>
                  <a:lnTo>
                    <a:pt x="455" y="31"/>
                  </a:lnTo>
                  <a:lnTo>
                    <a:pt x="455" y="51"/>
                  </a:lnTo>
                  <a:cubicBezTo>
                    <a:pt x="455" y="53"/>
                    <a:pt x="456" y="54"/>
                    <a:pt x="457" y="56"/>
                  </a:cubicBezTo>
                  <a:cubicBezTo>
                    <a:pt x="458" y="57"/>
                    <a:pt x="459" y="58"/>
                    <a:pt x="461" y="58"/>
                  </a:cubicBezTo>
                  <a:close/>
                  <a:moveTo>
                    <a:pt x="535" y="77"/>
                  </a:moveTo>
                  <a:lnTo>
                    <a:pt x="535" y="56"/>
                  </a:lnTo>
                  <a:lnTo>
                    <a:pt x="518" y="56"/>
                  </a:lnTo>
                  <a:lnTo>
                    <a:pt x="518" y="61"/>
                  </a:lnTo>
                  <a:cubicBezTo>
                    <a:pt x="518" y="62"/>
                    <a:pt x="518" y="62"/>
                    <a:pt x="517" y="63"/>
                  </a:cubicBezTo>
                  <a:cubicBezTo>
                    <a:pt x="517" y="63"/>
                    <a:pt x="516" y="63"/>
                    <a:pt x="516" y="63"/>
                  </a:cubicBezTo>
                  <a:cubicBezTo>
                    <a:pt x="514" y="63"/>
                    <a:pt x="512" y="61"/>
                    <a:pt x="508" y="58"/>
                  </a:cubicBezTo>
                  <a:cubicBezTo>
                    <a:pt x="505" y="55"/>
                    <a:pt x="503" y="52"/>
                    <a:pt x="503" y="51"/>
                  </a:cubicBezTo>
                  <a:cubicBezTo>
                    <a:pt x="503" y="50"/>
                    <a:pt x="503" y="49"/>
                    <a:pt x="504" y="48"/>
                  </a:cubicBezTo>
                  <a:cubicBezTo>
                    <a:pt x="504" y="48"/>
                    <a:pt x="505" y="47"/>
                    <a:pt x="505" y="47"/>
                  </a:cubicBezTo>
                  <a:lnTo>
                    <a:pt x="510" y="47"/>
                  </a:lnTo>
                  <a:lnTo>
                    <a:pt x="510" y="31"/>
                  </a:lnTo>
                  <a:lnTo>
                    <a:pt x="500" y="31"/>
                  </a:lnTo>
                  <a:lnTo>
                    <a:pt x="500" y="24"/>
                  </a:lnTo>
                  <a:lnTo>
                    <a:pt x="552" y="24"/>
                  </a:lnTo>
                  <a:lnTo>
                    <a:pt x="552" y="31"/>
                  </a:lnTo>
                  <a:lnTo>
                    <a:pt x="543" y="31"/>
                  </a:lnTo>
                  <a:lnTo>
                    <a:pt x="543" y="77"/>
                  </a:lnTo>
                  <a:lnTo>
                    <a:pt x="535" y="77"/>
                  </a:lnTo>
                  <a:close/>
                  <a:moveTo>
                    <a:pt x="518" y="47"/>
                  </a:moveTo>
                  <a:lnTo>
                    <a:pt x="535" y="47"/>
                  </a:lnTo>
                  <a:lnTo>
                    <a:pt x="535" y="31"/>
                  </a:lnTo>
                  <a:lnTo>
                    <a:pt x="518" y="31"/>
                  </a:lnTo>
                  <a:lnTo>
                    <a:pt x="518" y="47"/>
                  </a:lnTo>
                  <a:close/>
                  <a:moveTo>
                    <a:pt x="536" y="88"/>
                  </a:moveTo>
                  <a:lnTo>
                    <a:pt x="532" y="83"/>
                  </a:lnTo>
                  <a:lnTo>
                    <a:pt x="539" y="79"/>
                  </a:lnTo>
                  <a:lnTo>
                    <a:pt x="559" y="96"/>
                  </a:lnTo>
                  <a:lnTo>
                    <a:pt x="555" y="100"/>
                  </a:lnTo>
                  <a:lnTo>
                    <a:pt x="539" y="87"/>
                  </a:lnTo>
                  <a:lnTo>
                    <a:pt x="536" y="88"/>
                  </a:lnTo>
                  <a:close/>
                  <a:moveTo>
                    <a:pt x="559" y="32"/>
                  </a:moveTo>
                  <a:lnTo>
                    <a:pt x="563" y="14"/>
                  </a:lnTo>
                  <a:lnTo>
                    <a:pt x="573" y="14"/>
                  </a:lnTo>
                  <a:lnTo>
                    <a:pt x="566" y="32"/>
                  </a:lnTo>
                  <a:lnTo>
                    <a:pt x="559" y="32"/>
                  </a:lnTo>
                  <a:close/>
                  <a:moveTo>
                    <a:pt x="588" y="32"/>
                  </a:moveTo>
                  <a:lnTo>
                    <a:pt x="593" y="14"/>
                  </a:lnTo>
                  <a:lnTo>
                    <a:pt x="603" y="14"/>
                  </a:lnTo>
                  <a:lnTo>
                    <a:pt x="595" y="32"/>
                  </a:lnTo>
                  <a:lnTo>
                    <a:pt x="588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4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4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4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4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4"/>
            <p:cNvSpPr/>
            <p:nvPr/>
          </p:nvSpPr>
          <p:spPr>
            <a:xfrm>
              <a:off x="4078144" y="1384712"/>
              <a:ext cx="115887" cy="139700"/>
            </a:xfrm>
            <a:custGeom>
              <a:rect b="b" l="l" r="r" t="t"/>
              <a:pathLst>
                <a:path extrusionOk="0" h="86" w="71">
                  <a:moveTo>
                    <a:pt x="69" y="35"/>
                  </a:moveTo>
                  <a:lnTo>
                    <a:pt x="42" y="32"/>
                  </a:lnTo>
                  <a:lnTo>
                    <a:pt x="42" y="33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40"/>
                  </a:lnTo>
                  <a:lnTo>
                    <a:pt x="42" y="42"/>
                  </a:lnTo>
                  <a:lnTo>
                    <a:pt x="41" y="44"/>
                  </a:lnTo>
                  <a:lnTo>
                    <a:pt x="41" y="46"/>
                  </a:lnTo>
                  <a:lnTo>
                    <a:pt x="41" y="48"/>
                  </a:lnTo>
                  <a:lnTo>
                    <a:pt x="41" y="50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1" y="55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9" y="56"/>
                  </a:lnTo>
                  <a:lnTo>
                    <a:pt x="49" y="57"/>
                  </a:lnTo>
                  <a:lnTo>
                    <a:pt x="50" y="57"/>
                  </a:lnTo>
                  <a:lnTo>
                    <a:pt x="50" y="58"/>
                  </a:lnTo>
                  <a:lnTo>
                    <a:pt x="50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0" y="61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50" y="63"/>
                  </a:lnTo>
                  <a:lnTo>
                    <a:pt x="49" y="65"/>
                  </a:lnTo>
                  <a:lnTo>
                    <a:pt x="48" y="66"/>
                  </a:lnTo>
                  <a:lnTo>
                    <a:pt x="47" y="68"/>
                  </a:lnTo>
                  <a:lnTo>
                    <a:pt x="46" y="70"/>
                  </a:lnTo>
                  <a:lnTo>
                    <a:pt x="44" y="72"/>
                  </a:lnTo>
                  <a:lnTo>
                    <a:pt x="42" y="74"/>
                  </a:lnTo>
                  <a:lnTo>
                    <a:pt x="40" y="76"/>
                  </a:lnTo>
                  <a:lnTo>
                    <a:pt x="39" y="78"/>
                  </a:lnTo>
                  <a:lnTo>
                    <a:pt x="37" y="79"/>
                  </a:lnTo>
                  <a:lnTo>
                    <a:pt x="37" y="80"/>
                  </a:lnTo>
                  <a:lnTo>
                    <a:pt x="36" y="80"/>
                  </a:lnTo>
                  <a:lnTo>
                    <a:pt x="35" y="80"/>
                  </a:lnTo>
                  <a:lnTo>
                    <a:pt x="34" y="80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31" y="78"/>
                  </a:lnTo>
                  <a:lnTo>
                    <a:pt x="30" y="78"/>
                  </a:lnTo>
                  <a:lnTo>
                    <a:pt x="30" y="77"/>
                  </a:lnTo>
                  <a:lnTo>
                    <a:pt x="30" y="76"/>
                  </a:lnTo>
                  <a:lnTo>
                    <a:pt x="30" y="75"/>
                  </a:lnTo>
                  <a:lnTo>
                    <a:pt x="30" y="74"/>
                  </a:lnTo>
                  <a:lnTo>
                    <a:pt x="30" y="72"/>
                  </a:lnTo>
                  <a:lnTo>
                    <a:pt x="30" y="71"/>
                  </a:lnTo>
                  <a:lnTo>
                    <a:pt x="30" y="69"/>
                  </a:lnTo>
                  <a:lnTo>
                    <a:pt x="10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7"/>
                  </a:lnTo>
                  <a:lnTo>
                    <a:pt x="10" y="79"/>
                  </a:lnTo>
                  <a:lnTo>
                    <a:pt x="10" y="81"/>
                  </a:lnTo>
                  <a:lnTo>
                    <a:pt x="10" y="83"/>
                  </a:lnTo>
                  <a:lnTo>
                    <a:pt x="10" y="85"/>
                  </a:lnTo>
                  <a:lnTo>
                    <a:pt x="10" y="86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1" y="55"/>
                  </a:lnTo>
                  <a:lnTo>
                    <a:pt x="1" y="53"/>
                  </a:lnTo>
                  <a:lnTo>
                    <a:pt x="1" y="51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1" y="42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2" y="34"/>
                  </a:lnTo>
                  <a:lnTo>
                    <a:pt x="2" y="33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3" y="27"/>
                  </a:lnTo>
                  <a:lnTo>
                    <a:pt x="3" y="25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5" y="6"/>
                  </a:lnTo>
                  <a:lnTo>
                    <a:pt x="5" y="4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16" y="1"/>
                  </a:lnTo>
                  <a:lnTo>
                    <a:pt x="15" y="3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5" y="10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71" y="22"/>
                  </a:lnTo>
                  <a:lnTo>
                    <a:pt x="71" y="24"/>
                  </a:lnTo>
                  <a:lnTo>
                    <a:pt x="70" y="26"/>
                  </a:lnTo>
                  <a:lnTo>
                    <a:pt x="70" y="28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69" y="35"/>
                  </a:lnTo>
                  <a:close/>
                  <a:moveTo>
                    <a:pt x="31" y="55"/>
                  </a:moveTo>
                  <a:lnTo>
                    <a:pt x="31" y="53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8"/>
                  </a:lnTo>
                  <a:lnTo>
                    <a:pt x="31" y="46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40"/>
                  </a:lnTo>
                  <a:lnTo>
                    <a:pt x="32" y="39"/>
                  </a:lnTo>
                  <a:lnTo>
                    <a:pt x="32" y="37"/>
                  </a:lnTo>
                  <a:lnTo>
                    <a:pt x="32" y="35"/>
                  </a:lnTo>
                  <a:lnTo>
                    <a:pt x="32" y="33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13" y="28"/>
                  </a:lnTo>
                  <a:lnTo>
                    <a:pt x="12" y="30"/>
                  </a:lnTo>
                  <a:lnTo>
                    <a:pt x="12" y="32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31" y="5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4"/>
            <p:cNvSpPr/>
            <p:nvPr/>
          </p:nvSpPr>
          <p:spPr>
            <a:xfrm>
              <a:off x="4086082" y="1279937"/>
              <a:ext cx="147637" cy="117475"/>
            </a:xfrm>
            <a:custGeom>
              <a:rect b="b" l="l" r="r" t="t"/>
              <a:pathLst>
                <a:path extrusionOk="0" h="73" w="91">
                  <a:moveTo>
                    <a:pt x="10" y="73"/>
                  </a:moveTo>
                  <a:lnTo>
                    <a:pt x="0" y="72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6"/>
                  </a:lnTo>
                  <a:lnTo>
                    <a:pt x="3" y="53"/>
                  </a:lnTo>
                  <a:lnTo>
                    <a:pt x="3" y="51"/>
                  </a:lnTo>
                  <a:lnTo>
                    <a:pt x="3" y="50"/>
                  </a:lnTo>
                  <a:lnTo>
                    <a:pt x="4" y="48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5" y="42"/>
                  </a:lnTo>
                  <a:lnTo>
                    <a:pt x="5" y="41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4" y="1"/>
                  </a:lnTo>
                  <a:lnTo>
                    <a:pt x="15" y="0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2" y="10"/>
                  </a:lnTo>
                  <a:lnTo>
                    <a:pt x="22" y="11"/>
                  </a:lnTo>
                  <a:lnTo>
                    <a:pt x="36" y="15"/>
                  </a:lnTo>
                  <a:lnTo>
                    <a:pt x="35" y="17"/>
                  </a:lnTo>
                  <a:lnTo>
                    <a:pt x="35" y="19"/>
                  </a:lnTo>
                  <a:lnTo>
                    <a:pt x="35" y="21"/>
                  </a:lnTo>
                  <a:lnTo>
                    <a:pt x="34" y="22"/>
                  </a:lnTo>
                  <a:lnTo>
                    <a:pt x="34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2" y="33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0" y="38"/>
                  </a:lnTo>
                  <a:lnTo>
                    <a:pt x="30" y="40"/>
                  </a:lnTo>
                  <a:lnTo>
                    <a:pt x="30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7"/>
                  </a:lnTo>
                  <a:lnTo>
                    <a:pt x="29" y="48"/>
                  </a:lnTo>
                  <a:lnTo>
                    <a:pt x="29" y="49"/>
                  </a:lnTo>
                  <a:lnTo>
                    <a:pt x="29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3" y="53"/>
                  </a:lnTo>
                  <a:lnTo>
                    <a:pt x="34" y="53"/>
                  </a:lnTo>
                  <a:lnTo>
                    <a:pt x="35" y="53"/>
                  </a:lnTo>
                  <a:lnTo>
                    <a:pt x="36" y="53"/>
                  </a:lnTo>
                  <a:lnTo>
                    <a:pt x="37" y="53"/>
                  </a:lnTo>
                  <a:lnTo>
                    <a:pt x="38" y="52"/>
                  </a:lnTo>
                  <a:lnTo>
                    <a:pt x="39" y="51"/>
                  </a:lnTo>
                  <a:lnTo>
                    <a:pt x="40" y="51"/>
                  </a:lnTo>
                  <a:lnTo>
                    <a:pt x="41" y="50"/>
                  </a:lnTo>
                  <a:lnTo>
                    <a:pt x="43" y="49"/>
                  </a:lnTo>
                  <a:lnTo>
                    <a:pt x="43" y="48"/>
                  </a:lnTo>
                  <a:lnTo>
                    <a:pt x="42" y="47"/>
                  </a:lnTo>
                  <a:lnTo>
                    <a:pt x="42" y="46"/>
                  </a:lnTo>
                  <a:lnTo>
                    <a:pt x="42" y="45"/>
                  </a:lnTo>
                  <a:lnTo>
                    <a:pt x="42" y="44"/>
                  </a:lnTo>
                  <a:lnTo>
                    <a:pt x="42" y="42"/>
                  </a:lnTo>
                  <a:lnTo>
                    <a:pt x="42" y="41"/>
                  </a:lnTo>
                  <a:lnTo>
                    <a:pt x="42" y="40"/>
                  </a:lnTo>
                  <a:lnTo>
                    <a:pt x="42" y="39"/>
                  </a:lnTo>
                  <a:lnTo>
                    <a:pt x="42" y="37"/>
                  </a:lnTo>
                  <a:lnTo>
                    <a:pt x="43" y="35"/>
                  </a:lnTo>
                  <a:lnTo>
                    <a:pt x="43" y="34"/>
                  </a:lnTo>
                  <a:lnTo>
                    <a:pt x="44" y="32"/>
                  </a:lnTo>
                  <a:lnTo>
                    <a:pt x="45" y="30"/>
                  </a:lnTo>
                  <a:lnTo>
                    <a:pt x="46" y="29"/>
                  </a:lnTo>
                  <a:lnTo>
                    <a:pt x="47" y="28"/>
                  </a:lnTo>
                  <a:lnTo>
                    <a:pt x="48" y="26"/>
                  </a:lnTo>
                  <a:lnTo>
                    <a:pt x="50" y="25"/>
                  </a:lnTo>
                  <a:lnTo>
                    <a:pt x="51" y="23"/>
                  </a:lnTo>
                  <a:lnTo>
                    <a:pt x="53" y="23"/>
                  </a:lnTo>
                  <a:lnTo>
                    <a:pt x="55" y="22"/>
                  </a:lnTo>
                  <a:lnTo>
                    <a:pt x="56" y="22"/>
                  </a:lnTo>
                  <a:lnTo>
                    <a:pt x="58" y="21"/>
                  </a:lnTo>
                  <a:lnTo>
                    <a:pt x="60" y="21"/>
                  </a:lnTo>
                  <a:lnTo>
                    <a:pt x="62" y="22"/>
                  </a:lnTo>
                  <a:lnTo>
                    <a:pt x="63" y="22"/>
                  </a:lnTo>
                  <a:lnTo>
                    <a:pt x="64" y="23"/>
                  </a:lnTo>
                  <a:lnTo>
                    <a:pt x="65" y="24"/>
                  </a:lnTo>
                  <a:lnTo>
                    <a:pt x="66" y="25"/>
                  </a:lnTo>
                  <a:lnTo>
                    <a:pt x="67" y="26"/>
                  </a:lnTo>
                  <a:lnTo>
                    <a:pt x="68" y="27"/>
                  </a:lnTo>
                  <a:lnTo>
                    <a:pt x="69" y="28"/>
                  </a:lnTo>
                  <a:lnTo>
                    <a:pt x="70" y="30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0" y="34"/>
                  </a:lnTo>
                  <a:lnTo>
                    <a:pt x="69" y="35"/>
                  </a:lnTo>
                  <a:lnTo>
                    <a:pt x="67" y="36"/>
                  </a:lnTo>
                  <a:lnTo>
                    <a:pt x="66" y="37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3" y="37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2" y="34"/>
                  </a:lnTo>
                  <a:lnTo>
                    <a:pt x="61" y="33"/>
                  </a:lnTo>
                  <a:lnTo>
                    <a:pt x="61" y="33"/>
                  </a:lnTo>
                  <a:lnTo>
                    <a:pt x="60" y="33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2"/>
                  </a:lnTo>
                  <a:lnTo>
                    <a:pt x="56" y="33"/>
                  </a:lnTo>
                  <a:lnTo>
                    <a:pt x="55" y="33"/>
                  </a:lnTo>
                  <a:lnTo>
                    <a:pt x="54" y="34"/>
                  </a:lnTo>
                  <a:lnTo>
                    <a:pt x="53" y="35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51" y="38"/>
                  </a:lnTo>
                  <a:lnTo>
                    <a:pt x="51" y="39"/>
                  </a:lnTo>
                  <a:lnTo>
                    <a:pt x="50" y="42"/>
                  </a:lnTo>
                  <a:lnTo>
                    <a:pt x="50" y="44"/>
                  </a:lnTo>
                  <a:lnTo>
                    <a:pt x="50" y="45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1" y="51"/>
                  </a:lnTo>
                  <a:lnTo>
                    <a:pt x="52" y="53"/>
                  </a:lnTo>
                  <a:lnTo>
                    <a:pt x="52" y="54"/>
                  </a:lnTo>
                  <a:lnTo>
                    <a:pt x="54" y="56"/>
                  </a:lnTo>
                  <a:lnTo>
                    <a:pt x="55" y="57"/>
                  </a:lnTo>
                  <a:lnTo>
                    <a:pt x="56" y="58"/>
                  </a:lnTo>
                  <a:lnTo>
                    <a:pt x="59" y="59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59"/>
                  </a:lnTo>
                  <a:lnTo>
                    <a:pt x="66" y="59"/>
                  </a:lnTo>
                  <a:lnTo>
                    <a:pt x="67" y="58"/>
                  </a:lnTo>
                  <a:lnTo>
                    <a:pt x="69" y="57"/>
                  </a:lnTo>
                  <a:lnTo>
                    <a:pt x="70" y="56"/>
                  </a:lnTo>
                  <a:lnTo>
                    <a:pt x="71" y="55"/>
                  </a:lnTo>
                  <a:lnTo>
                    <a:pt x="72" y="54"/>
                  </a:lnTo>
                  <a:lnTo>
                    <a:pt x="73" y="52"/>
                  </a:lnTo>
                  <a:lnTo>
                    <a:pt x="74" y="51"/>
                  </a:lnTo>
                  <a:lnTo>
                    <a:pt x="75" y="49"/>
                  </a:lnTo>
                  <a:lnTo>
                    <a:pt x="76" y="48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8" y="42"/>
                  </a:lnTo>
                  <a:lnTo>
                    <a:pt x="78" y="41"/>
                  </a:lnTo>
                  <a:lnTo>
                    <a:pt x="79" y="39"/>
                  </a:lnTo>
                  <a:lnTo>
                    <a:pt x="79" y="37"/>
                  </a:lnTo>
                  <a:lnTo>
                    <a:pt x="80" y="35"/>
                  </a:lnTo>
                  <a:lnTo>
                    <a:pt x="80" y="34"/>
                  </a:lnTo>
                  <a:lnTo>
                    <a:pt x="81" y="32"/>
                  </a:lnTo>
                  <a:lnTo>
                    <a:pt x="81" y="30"/>
                  </a:lnTo>
                  <a:lnTo>
                    <a:pt x="82" y="28"/>
                  </a:lnTo>
                  <a:lnTo>
                    <a:pt x="91" y="31"/>
                  </a:lnTo>
                  <a:lnTo>
                    <a:pt x="91" y="33"/>
                  </a:lnTo>
                  <a:lnTo>
                    <a:pt x="90" y="34"/>
                  </a:lnTo>
                  <a:lnTo>
                    <a:pt x="90" y="36"/>
                  </a:lnTo>
                  <a:lnTo>
                    <a:pt x="89" y="38"/>
                  </a:lnTo>
                  <a:lnTo>
                    <a:pt x="89" y="40"/>
                  </a:lnTo>
                  <a:lnTo>
                    <a:pt x="89" y="42"/>
                  </a:lnTo>
                  <a:lnTo>
                    <a:pt x="88" y="43"/>
                  </a:lnTo>
                  <a:lnTo>
                    <a:pt x="88" y="45"/>
                  </a:lnTo>
                  <a:lnTo>
                    <a:pt x="87" y="47"/>
                  </a:lnTo>
                  <a:lnTo>
                    <a:pt x="86" y="49"/>
                  </a:lnTo>
                  <a:lnTo>
                    <a:pt x="86" y="50"/>
                  </a:lnTo>
                  <a:lnTo>
                    <a:pt x="85" y="52"/>
                  </a:lnTo>
                  <a:lnTo>
                    <a:pt x="84" y="54"/>
                  </a:lnTo>
                  <a:lnTo>
                    <a:pt x="84" y="55"/>
                  </a:lnTo>
                  <a:lnTo>
                    <a:pt x="83" y="56"/>
                  </a:lnTo>
                  <a:lnTo>
                    <a:pt x="82" y="58"/>
                  </a:lnTo>
                  <a:lnTo>
                    <a:pt x="81" y="59"/>
                  </a:lnTo>
                  <a:lnTo>
                    <a:pt x="80" y="61"/>
                  </a:lnTo>
                  <a:lnTo>
                    <a:pt x="78" y="62"/>
                  </a:lnTo>
                  <a:lnTo>
                    <a:pt x="77" y="64"/>
                  </a:lnTo>
                  <a:lnTo>
                    <a:pt x="76" y="64"/>
                  </a:lnTo>
                  <a:lnTo>
                    <a:pt x="75" y="66"/>
                  </a:lnTo>
                  <a:lnTo>
                    <a:pt x="73" y="67"/>
                  </a:lnTo>
                  <a:lnTo>
                    <a:pt x="72" y="68"/>
                  </a:lnTo>
                  <a:lnTo>
                    <a:pt x="70" y="69"/>
                  </a:lnTo>
                  <a:lnTo>
                    <a:pt x="69" y="70"/>
                  </a:lnTo>
                  <a:lnTo>
                    <a:pt x="67" y="71"/>
                  </a:lnTo>
                  <a:lnTo>
                    <a:pt x="65" y="71"/>
                  </a:lnTo>
                  <a:lnTo>
                    <a:pt x="64" y="72"/>
                  </a:lnTo>
                  <a:lnTo>
                    <a:pt x="62" y="72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1"/>
                  </a:lnTo>
                  <a:lnTo>
                    <a:pt x="55" y="71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50" y="69"/>
                  </a:lnTo>
                  <a:lnTo>
                    <a:pt x="48" y="68"/>
                  </a:lnTo>
                  <a:lnTo>
                    <a:pt x="47" y="67"/>
                  </a:lnTo>
                  <a:lnTo>
                    <a:pt x="46" y="66"/>
                  </a:lnTo>
                  <a:lnTo>
                    <a:pt x="45" y="64"/>
                  </a:lnTo>
                  <a:lnTo>
                    <a:pt x="44" y="63"/>
                  </a:lnTo>
                  <a:lnTo>
                    <a:pt x="44" y="61"/>
                  </a:lnTo>
                  <a:lnTo>
                    <a:pt x="42" y="62"/>
                  </a:lnTo>
                  <a:lnTo>
                    <a:pt x="41" y="63"/>
                  </a:lnTo>
                  <a:lnTo>
                    <a:pt x="39" y="64"/>
                  </a:lnTo>
                  <a:lnTo>
                    <a:pt x="38" y="64"/>
                  </a:lnTo>
                  <a:lnTo>
                    <a:pt x="36" y="65"/>
                  </a:lnTo>
                  <a:lnTo>
                    <a:pt x="35" y="66"/>
                  </a:lnTo>
                  <a:lnTo>
                    <a:pt x="33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7" y="66"/>
                  </a:lnTo>
                  <a:lnTo>
                    <a:pt x="25" y="65"/>
                  </a:lnTo>
                  <a:lnTo>
                    <a:pt x="24" y="64"/>
                  </a:lnTo>
                  <a:lnTo>
                    <a:pt x="23" y="62"/>
                  </a:lnTo>
                  <a:lnTo>
                    <a:pt x="22" y="60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0" y="55"/>
                  </a:lnTo>
                  <a:lnTo>
                    <a:pt x="20" y="53"/>
                  </a:lnTo>
                  <a:lnTo>
                    <a:pt x="20" y="52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20" y="46"/>
                  </a:lnTo>
                  <a:lnTo>
                    <a:pt x="20" y="45"/>
                  </a:lnTo>
                  <a:lnTo>
                    <a:pt x="21" y="44"/>
                  </a:lnTo>
                  <a:lnTo>
                    <a:pt x="21" y="42"/>
                  </a:lnTo>
                  <a:lnTo>
                    <a:pt x="21" y="40"/>
                  </a:lnTo>
                  <a:lnTo>
                    <a:pt x="22" y="38"/>
                  </a:lnTo>
                  <a:lnTo>
                    <a:pt x="22" y="36"/>
                  </a:lnTo>
                  <a:lnTo>
                    <a:pt x="22" y="35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4" y="29"/>
                  </a:lnTo>
                  <a:lnTo>
                    <a:pt x="24" y="28"/>
                  </a:lnTo>
                  <a:lnTo>
                    <a:pt x="24" y="26"/>
                  </a:lnTo>
                  <a:lnTo>
                    <a:pt x="19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7" y="31"/>
                  </a:lnTo>
                  <a:lnTo>
                    <a:pt x="17" y="33"/>
                  </a:lnTo>
                  <a:lnTo>
                    <a:pt x="16" y="35"/>
                  </a:lnTo>
                  <a:lnTo>
                    <a:pt x="16" y="36"/>
                  </a:lnTo>
                  <a:lnTo>
                    <a:pt x="16" y="38"/>
                  </a:lnTo>
                  <a:lnTo>
                    <a:pt x="15" y="40"/>
                  </a:lnTo>
                  <a:lnTo>
                    <a:pt x="15" y="42"/>
                  </a:lnTo>
                  <a:lnTo>
                    <a:pt x="15" y="44"/>
                  </a:lnTo>
                  <a:lnTo>
                    <a:pt x="14" y="45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5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0" y="70"/>
                  </a:lnTo>
                  <a:lnTo>
                    <a:pt x="10" y="72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4"/>
            <p:cNvSpPr/>
            <p:nvPr/>
          </p:nvSpPr>
          <p:spPr>
            <a:xfrm>
              <a:off x="4109894" y="1176750"/>
              <a:ext cx="130175" cy="109538"/>
            </a:xfrm>
            <a:custGeom>
              <a:rect b="b" l="l" r="r" t="t"/>
              <a:pathLst>
                <a:path extrusionOk="0" h="67" w="80">
                  <a:moveTo>
                    <a:pt x="76" y="49"/>
                  </a:moveTo>
                  <a:lnTo>
                    <a:pt x="57" y="41"/>
                  </a:lnTo>
                  <a:lnTo>
                    <a:pt x="57" y="42"/>
                  </a:lnTo>
                  <a:lnTo>
                    <a:pt x="58" y="43"/>
                  </a:lnTo>
                  <a:lnTo>
                    <a:pt x="58" y="44"/>
                  </a:lnTo>
                  <a:lnTo>
                    <a:pt x="58" y="45"/>
                  </a:lnTo>
                  <a:lnTo>
                    <a:pt x="58" y="46"/>
                  </a:lnTo>
                  <a:lnTo>
                    <a:pt x="57" y="47"/>
                  </a:lnTo>
                  <a:lnTo>
                    <a:pt x="57" y="49"/>
                  </a:lnTo>
                  <a:lnTo>
                    <a:pt x="57" y="50"/>
                  </a:lnTo>
                  <a:lnTo>
                    <a:pt x="56" y="52"/>
                  </a:lnTo>
                  <a:lnTo>
                    <a:pt x="56" y="53"/>
                  </a:lnTo>
                  <a:lnTo>
                    <a:pt x="55" y="55"/>
                  </a:lnTo>
                  <a:lnTo>
                    <a:pt x="54" y="57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1" y="61"/>
                  </a:lnTo>
                  <a:lnTo>
                    <a:pt x="50" y="62"/>
                  </a:lnTo>
                  <a:lnTo>
                    <a:pt x="49" y="64"/>
                  </a:lnTo>
                  <a:lnTo>
                    <a:pt x="47" y="64"/>
                  </a:lnTo>
                  <a:lnTo>
                    <a:pt x="46" y="65"/>
                  </a:lnTo>
                  <a:lnTo>
                    <a:pt x="44" y="66"/>
                  </a:lnTo>
                  <a:lnTo>
                    <a:pt x="43" y="67"/>
                  </a:lnTo>
                  <a:lnTo>
                    <a:pt x="41" y="67"/>
                  </a:lnTo>
                  <a:lnTo>
                    <a:pt x="39" y="67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12" y="58"/>
                  </a:lnTo>
                  <a:lnTo>
                    <a:pt x="11" y="60"/>
                  </a:lnTo>
                  <a:lnTo>
                    <a:pt x="11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9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1" y="59"/>
                  </a:lnTo>
                  <a:lnTo>
                    <a:pt x="1" y="58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3" y="52"/>
                  </a:lnTo>
                  <a:lnTo>
                    <a:pt x="3" y="51"/>
                  </a:lnTo>
                  <a:lnTo>
                    <a:pt x="4" y="49"/>
                  </a:lnTo>
                  <a:lnTo>
                    <a:pt x="5" y="46"/>
                  </a:lnTo>
                  <a:lnTo>
                    <a:pt x="5" y="45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8" y="38"/>
                  </a:lnTo>
                  <a:lnTo>
                    <a:pt x="8" y="36"/>
                  </a:lnTo>
                  <a:lnTo>
                    <a:pt x="9" y="34"/>
                  </a:lnTo>
                  <a:lnTo>
                    <a:pt x="9" y="33"/>
                  </a:lnTo>
                  <a:lnTo>
                    <a:pt x="10" y="31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2" y="26"/>
                  </a:lnTo>
                  <a:lnTo>
                    <a:pt x="13" y="24"/>
                  </a:lnTo>
                  <a:lnTo>
                    <a:pt x="13" y="22"/>
                  </a:lnTo>
                  <a:lnTo>
                    <a:pt x="14" y="20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6" y="15"/>
                  </a:lnTo>
                  <a:lnTo>
                    <a:pt x="17" y="13"/>
                  </a:lnTo>
                  <a:lnTo>
                    <a:pt x="18" y="12"/>
                  </a:lnTo>
                  <a:lnTo>
                    <a:pt x="18" y="10"/>
                  </a:lnTo>
                  <a:lnTo>
                    <a:pt x="19" y="8"/>
                  </a:lnTo>
                  <a:lnTo>
                    <a:pt x="20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3" y="0"/>
                  </a:lnTo>
                  <a:lnTo>
                    <a:pt x="32" y="4"/>
                  </a:lnTo>
                  <a:lnTo>
                    <a:pt x="31" y="6"/>
                  </a:lnTo>
                  <a:lnTo>
                    <a:pt x="30" y="8"/>
                  </a:lnTo>
                  <a:lnTo>
                    <a:pt x="30" y="9"/>
                  </a:lnTo>
                  <a:lnTo>
                    <a:pt x="29" y="11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80" y="39"/>
                  </a:lnTo>
                  <a:lnTo>
                    <a:pt x="79" y="41"/>
                  </a:lnTo>
                  <a:lnTo>
                    <a:pt x="79" y="42"/>
                  </a:lnTo>
                  <a:lnTo>
                    <a:pt x="78" y="44"/>
                  </a:lnTo>
                  <a:lnTo>
                    <a:pt x="77" y="46"/>
                  </a:lnTo>
                  <a:lnTo>
                    <a:pt x="76" y="47"/>
                  </a:lnTo>
                  <a:lnTo>
                    <a:pt x="76" y="49"/>
                  </a:lnTo>
                  <a:close/>
                  <a:moveTo>
                    <a:pt x="48" y="49"/>
                  </a:moveTo>
                  <a:lnTo>
                    <a:pt x="49" y="48"/>
                  </a:lnTo>
                  <a:lnTo>
                    <a:pt x="49" y="47"/>
                  </a:lnTo>
                  <a:lnTo>
                    <a:pt x="49" y="46"/>
                  </a:lnTo>
                  <a:lnTo>
                    <a:pt x="50" y="45"/>
                  </a:lnTo>
                  <a:lnTo>
                    <a:pt x="50" y="44"/>
                  </a:lnTo>
                  <a:lnTo>
                    <a:pt x="50" y="43"/>
                  </a:lnTo>
                  <a:lnTo>
                    <a:pt x="50" y="42"/>
                  </a:lnTo>
                  <a:lnTo>
                    <a:pt x="50" y="41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8" y="40"/>
                  </a:lnTo>
                  <a:lnTo>
                    <a:pt x="47" y="41"/>
                  </a:lnTo>
                  <a:lnTo>
                    <a:pt x="45" y="42"/>
                  </a:lnTo>
                  <a:lnTo>
                    <a:pt x="43" y="42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37" y="44"/>
                  </a:lnTo>
                  <a:lnTo>
                    <a:pt x="36" y="45"/>
                  </a:lnTo>
                  <a:lnTo>
                    <a:pt x="34" y="46"/>
                  </a:lnTo>
                  <a:lnTo>
                    <a:pt x="32" y="46"/>
                  </a:lnTo>
                  <a:lnTo>
                    <a:pt x="31" y="47"/>
                  </a:lnTo>
                  <a:lnTo>
                    <a:pt x="29" y="48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38" y="55"/>
                  </a:lnTo>
                  <a:lnTo>
                    <a:pt x="40" y="55"/>
                  </a:lnTo>
                  <a:lnTo>
                    <a:pt x="41" y="55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4" y="54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7" y="52"/>
                  </a:lnTo>
                  <a:lnTo>
                    <a:pt x="48" y="50"/>
                  </a:lnTo>
                  <a:lnTo>
                    <a:pt x="48" y="49"/>
                  </a:lnTo>
                  <a:close/>
                  <a:moveTo>
                    <a:pt x="43" y="35"/>
                  </a:moveTo>
                  <a:lnTo>
                    <a:pt x="23" y="26"/>
                  </a:lnTo>
                  <a:lnTo>
                    <a:pt x="22" y="28"/>
                  </a:lnTo>
                  <a:lnTo>
                    <a:pt x="21" y="30"/>
                  </a:lnTo>
                  <a:lnTo>
                    <a:pt x="21" y="31"/>
                  </a:lnTo>
                  <a:lnTo>
                    <a:pt x="20" y="33"/>
                  </a:lnTo>
                  <a:lnTo>
                    <a:pt x="20" y="35"/>
                  </a:lnTo>
                  <a:lnTo>
                    <a:pt x="19" y="36"/>
                  </a:lnTo>
                  <a:lnTo>
                    <a:pt x="18" y="38"/>
                  </a:lnTo>
                  <a:lnTo>
                    <a:pt x="18" y="40"/>
                  </a:lnTo>
                  <a:lnTo>
                    <a:pt x="17" y="42"/>
                  </a:lnTo>
                  <a:lnTo>
                    <a:pt x="16" y="43"/>
                  </a:lnTo>
                  <a:lnTo>
                    <a:pt x="16" y="44"/>
                  </a:lnTo>
                  <a:lnTo>
                    <a:pt x="18" y="44"/>
                  </a:lnTo>
                  <a:lnTo>
                    <a:pt x="19" y="43"/>
                  </a:lnTo>
                  <a:lnTo>
                    <a:pt x="21" y="42"/>
                  </a:lnTo>
                  <a:lnTo>
                    <a:pt x="23" y="42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8" y="40"/>
                  </a:lnTo>
                  <a:lnTo>
                    <a:pt x="29" y="39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5" y="38"/>
                  </a:lnTo>
                  <a:lnTo>
                    <a:pt x="36" y="37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42" y="35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4"/>
            <p:cNvSpPr/>
            <p:nvPr/>
          </p:nvSpPr>
          <p:spPr>
            <a:xfrm>
              <a:off x="5465619" y="1248187"/>
              <a:ext cx="115887" cy="122238"/>
            </a:xfrm>
            <a:custGeom>
              <a:rect b="b" l="l" r="r" t="t"/>
              <a:pathLst>
                <a:path extrusionOk="0" h="75" w="71">
                  <a:moveTo>
                    <a:pt x="0" y="63"/>
                  </a:moveTo>
                  <a:lnTo>
                    <a:pt x="21" y="57"/>
                  </a:lnTo>
                  <a:lnTo>
                    <a:pt x="20" y="56"/>
                  </a:lnTo>
                  <a:lnTo>
                    <a:pt x="19" y="55"/>
                  </a:lnTo>
                  <a:lnTo>
                    <a:pt x="18" y="54"/>
                  </a:lnTo>
                  <a:lnTo>
                    <a:pt x="17" y="53"/>
                  </a:lnTo>
                  <a:lnTo>
                    <a:pt x="16" y="51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5" y="47"/>
                  </a:lnTo>
                  <a:lnTo>
                    <a:pt x="14" y="46"/>
                  </a:lnTo>
                  <a:lnTo>
                    <a:pt x="14" y="45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3" y="36"/>
                  </a:lnTo>
                  <a:lnTo>
                    <a:pt x="13" y="34"/>
                  </a:lnTo>
                  <a:lnTo>
                    <a:pt x="13" y="32"/>
                  </a:lnTo>
                  <a:lnTo>
                    <a:pt x="14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6" y="25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0" y="21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4" y="19"/>
                  </a:lnTo>
                  <a:lnTo>
                    <a:pt x="46" y="11"/>
                  </a:lnTo>
                  <a:lnTo>
                    <a:pt x="46" y="10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53" y="0"/>
                  </a:lnTo>
                  <a:lnTo>
                    <a:pt x="54" y="2"/>
                  </a:lnTo>
                  <a:lnTo>
                    <a:pt x="54" y="3"/>
                  </a:lnTo>
                  <a:lnTo>
                    <a:pt x="55" y="5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8" y="15"/>
                  </a:lnTo>
                  <a:lnTo>
                    <a:pt x="59" y="17"/>
                  </a:lnTo>
                  <a:lnTo>
                    <a:pt x="59" y="19"/>
                  </a:lnTo>
                  <a:lnTo>
                    <a:pt x="60" y="21"/>
                  </a:lnTo>
                  <a:lnTo>
                    <a:pt x="60" y="22"/>
                  </a:lnTo>
                  <a:lnTo>
                    <a:pt x="60" y="24"/>
                  </a:lnTo>
                  <a:lnTo>
                    <a:pt x="61" y="26"/>
                  </a:lnTo>
                  <a:lnTo>
                    <a:pt x="61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3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4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3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7" y="51"/>
                  </a:lnTo>
                  <a:lnTo>
                    <a:pt x="67" y="53"/>
                  </a:lnTo>
                  <a:lnTo>
                    <a:pt x="68" y="54"/>
                  </a:lnTo>
                  <a:lnTo>
                    <a:pt x="68" y="56"/>
                  </a:lnTo>
                  <a:lnTo>
                    <a:pt x="68" y="58"/>
                  </a:lnTo>
                  <a:lnTo>
                    <a:pt x="69" y="60"/>
                  </a:lnTo>
                  <a:lnTo>
                    <a:pt x="69" y="62"/>
                  </a:lnTo>
                  <a:lnTo>
                    <a:pt x="69" y="63"/>
                  </a:lnTo>
                  <a:lnTo>
                    <a:pt x="70" y="65"/>
                  </a:lnTo>
                  <a:lnTo>
                    <a:pt x="70" y="67"/>
                  </a:lnTo>
                  <a:lnTo>
                    <a:pt x="70" y="69"/>
                  </a:lnTo>
                  <a:lnTo>
                    <a:pt x="71" y="71"/>
                  </a:lnTo>
                  <a:lnTo>
                    <a:pt x="61" y="73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9" y="64"/>
                  </a:lnTo>
                  <a:lnTo>
                    <a:pt x="59" y="63"/>
                  </a:lnTo>
                  <a:lnTo>
                    <a:pt x="59" y="61"/>
                  </a:lnTo>
                  <a:lnTo>
                    <a:pt x="3" y="75"/>
                  </a:lnTo>
                  <a:lnTo>
                    <a:pt x="3" y="73"/>
                  </a:lnTo>
                  <a:lnTo>
                    <a:pt x="2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4"/>
                  </a:lnTo>
                  <a:lnTo>
                    <a:pt x="0" y="63"/>
                  </a:lnTo>
                  <a:close/>
                  <a:moveTo>
                    <a:pt x="24" y="42"/>
                  </a:move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8" y="50"/>
                  </a:lnTo>
                  <a:lnTo>
                    <a:pt x="29" y="51"/>
                  </a:lnTo>
                  <a:lnTo>
                    <a:pt x="30" y="52"/>
                  </a:lnTo>
                  <a:lnTo>
                    <a:pt x="31" y="53"/>
                  </a:lnTo>
                  <a:lnTo>
                    <a:pt x="32" y="54"/>
                  </a:lnTo>
                  <a:lnTo>
                    <a:pt x="56" y="48"/>
                  </a:lnTo>
                  <a:lnTo>
                    <a:pt x="56" y="46"/>
                  </a:lnTo>
                  <a:lnTo>
                    <a:pt x="55" y="44"/>
                  </a:lnTo>
                  <a:lnTo>
                    <a:pt x="55" y="43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52" y="32"/>
                  </a:lnTo>
                  <a:lnTo>
                    <a:pt x="52" y="30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0" y="25"/>
                  </a:lnTo>
                  <a:lnTo>
                    <a:pt x="50" y="24"/>
                  </a:lnTo>
                  <a:lnTo>
                    <a:pt x="28" y="31"/>
                  </a:lnTo>
                  <a:lnTo>
                    <a:pt x="27" y="31"/>
                  </a:lnTo>
                  <a:lnTo>
                    <a:pt x="26" y="32"/>
                  </a:lnTo>
                  <a:lnTo>
                    <a:pt x="25" y="33"/>
                  </a:lnTo>
                  <a:lnTo>
                    <a:pt x="24" y="34"/>
                  </a:lnTo>
                  <a:lnTo>
                    <a:pt x="24" y="35"/>
                  </a:lnTo>
                  <a:lnTo>
                    <a:pt x="23" y="36"/>
                  </a:lnTo>
                  <a:lnTo>
                    <a:pt x="23" y="37"/>
                  </a:lnTo>
                  <a:lnTo>
                    <a:pt x="23" y="39"/>
                  </a:lnTo>
                  <a:lnTo>
                    <a:pt x="23" y="40"/>
                  </a:lnTo>
                  <a:lnTo>
                    <a:pt x="24" y="4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4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4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4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4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4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4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4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4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4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4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4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4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4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4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4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4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4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4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4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4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4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4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4"/>
            <p:cNvSpPr/>
            <p:nvPr/>
          </p:nvSpPr>
          <p:spPr>
            <a:xfrm>
              <a:off x="4090844" y="1111662"/>
              <a:ext cx="168275" cy="107950"/>
            </a:xfrm>
            <a:custGeom>
              <a:rect b="b" l="l" r="r" t="t"/>
              <a:pathLst>
                <a:path extrusionOk="0" h="67" w="103">
                  <a:moveTo>
                    <a:pt x="99" y="64"/>
                  </a:moveTo>
                  <a:lnTo>
                    <a:pt x="48" y="37"/>
                  </a:lnTo>
                  <a:lnTo>
                    <a:pt x="47" y="39"/>
                  </a:lnTo>
                  <a:lnTo>
                    <a:pt x="46" y="40"/>
                  </a:lnTo>
                  <a:lnTo>
                    <a:pt x="46" y="42"/>
                  </a:lnTo>
                  <a:lnTo>
                    <a:pt x="45" y="44"/>
                  </a:lnTo>
                  <a:lnTo>
                    <a:pt x="44" y="45"/>
                  </a:lnTo>
                  <a:lnTo>
                    <a:pt x="43" y="47"/>
                  </a:lnTo>
                  <a:lnTo>
                    <a:pt x="43" y="48"/>
                  </a:lnTo>
                  <a:lnTo>
                    <a:pt x="33" y="44"/>
                  </a:lnTo>
                  <a:lnTo>
                    <a:pt x="34" y="42"/>
                  </a:lnTo>
                  <a:lnTo>
                    <a:pt x="35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7" y="36"/>
                  </a:lnTo>
                  <a:lnTo>
                    <a:pt x="38" y="34"/>
                  </a:lnTo>
                  <a:lnTo>
                    <a:pt x="39" y="32"/>
                  </a:lnTo>
                  <a:lnTo>
                    <a:pt x="37" y="32"/>
                  </a:lnTo>
                  <a:lnTo>
                    <a:pt x="35" y="32"/>
                  </a:lnTo>
                  <a:lnTo>
                    <a:pt x="33" y="31"/>
                  </a:lnTo>
                  <a:lnTo>
                    <a:pt x="32" y="31"/>
                  </a:lnTo>
                  <a:lnTo>
                    <a:pt x="30" y="31"/>
                  </a:lnTo>
                  <a:lnTo>
                    <a:pt x="28" y="31"/>
                  </a:lnTo>
                  <a:lnTo>
                    <a:pt x="26" y="31"/>
                  </a:lnTo>
                  <a:lnTo>
                    <a:pt x="24" y="32"/>
                  </a:lnTo>
                  <a:lnTo>
                    <a:pt x="22" y="32"/>
                  </a:lnTo>
                  <a:lnTo>
                    <a:pt x="20" y="33"/>
                  </a:lnTo>
                  <a:lnTo>
                    <a:pt x="19" y="33"/>
                  </a:lnTo>
                  <a:lnTo>
                    <a:pt x="17" y="34"/>
                  </a:lnTo>
                  <a:lnTo>
                    <a:pt x="16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0" y="44"/>
                  </a:lnTo>
                  <a:lnTo>
                    <a:pt x="10" y="45"/>
                  </a:lnTo>
                  <a:lnTo>
                    <a:pt x="10" y="47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0"/>
                  </a:lnTo>
                  <a:lnTo>
                    <a:pt x="12" y="51"/>
                  </a:lnTo>
                  <a:lnTo>
                    <a:pt x="13" y="52"/>
                  </a:lnTo>
                  <a:lnTo>
                    <a:pt x="14" y="53"/>
                  </a:lnTo>
                  <a:lnTo>
                    <a:pt x="15" y="53"/>
                  </a:lnTo>
                  <a:lnTo>
                    <a:pt x="16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20" y="55"/>
                  </a:lnTo>
                  <a:lnTo>
                    <a:pt x="22" y="55"/>
                  </a:lnTo>
                  <a:lnTo>
                    <a:pt x="24" y="54"/>
                  </a:lnTo>
                  <a:lnTo>
                    <a:pt x="25" y="54"/>
                  </a:lnTo>
                  <a:lnTo>
                    <a:pt x="26" y="53"/>
                  </a:lnTo>
                  <a:lnTo>
                    <a:pt x="28" y="52"/>
                  </a:lnTo>
                  <a:lnTo>
                    <a:pt x="29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7" y="56"/>
                  </a:lnTo>
                  <a:lnTo>
                    <a:pt x="26" y="57"/>
                  </a:lnTo>
                  <a:lnTo>
                    <a:pt x="26" y="59"/>
                  </a:lnTo>
                  <a:lnTo>
                    <a:pt x="25" y="61"/>
                  </a:lnTo>
                  <a:lnTo>
                    <a:pt x="24" y="63"/>
                  </a:lnTo>
                  <a:lnTo>
                    <a:pt x="23" y="64"/>
                  </a:lnTo>
                  <a:lnTo>
                    <a:pt x="22" y="64"/>
                  </a:lnTo>
                  <a:lnTo>
                    <a:pt x="21" y="65"/>
                  </a:lnTo>
                  <a:lnTo>
                    <a:pt x="19" y="66"/>
                  </a:lnTo>
                  <a:lnTo>
                    <a:pt x="18" y="66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4" y="67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5"/>
                  </a:lnTo>
                  <a:lnTo>
                    <a:pt x="7" y="64"/>
                  </a:lnTo>
                  <a:lnTo>
                    <a:pt x="6" y="63"/>
                  </a:lnTo>
                  <a:lnTo>
                    <a:pt x="5" y="62"/>
                  </a:lnTo>
                  <a:lnTo>
                    <a:pt x="4" y="60"/>
                  </a:lnTo>
                  <a:lnTo>
                    <a:pt x="3" y="59"/>
                  </a:lnTo>
                  <a:lnTo>
                    <a:pt x="2" y="57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1" y="45"/>
                  </a:lnTo>
                  <a:lnTo>
                    <a:pt x="1" y="44"/>
                  </a:lnTo>
                  <a:lnTo>
                    <a:pt x="2" y="42"/>
                  </a:lnTo>
                  <a:lnTo>
                    <a:pt x="2" y="40"/>
                  </a:lnTo>
                  <a:lnTo>
                    <a:pt x="3" y="38"/>
                  </a:lnTo>
                  <a:lnTo>
                    <a:pt x="4" y="37"/>
                  </a:lnTo>
                  <a:lnTo>
                    <a:pt x="5" y="35"/>
                  </a:lnTo>
                  <a:lnTo>
                    <a:pt x="6" y="34"/>
                  </a:lnTo>
                  <a:lnTo>
                    <a:pt x="7" y="33"/>
                  </a:lnTo>
                  <a:lnTo>
                    <a:pt x="8" y="31"/>
                  </a:lnTo>
                  <a:lnTo>
                    <a:pt x="10" y="30"/>
                  </a:lnTo>
                  <a:lnTo>
                    <a:pt x="11" y="29"/>
                  </a:lnTo>
                  <a:lnTo>
                    <a:pt x="12" y="28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7" y="26"/>
                  </a:lnTo>
                  <a:lnTo>
                    <a:pt x="19" y="25"/>
                  </a:lnTo>
                  <a:lnTo>
                    <a:pt x="20" y="25"/>
                  </a:lnTo>
                  <a:lnTo>
                    <a:pt x="19" y="23"/>
                  </a:lnTo>
                  <a:lnTo>
                    <a:pt x="19" y="22"/>
                  </a:lnTo>
                  <a:lnTo>
                    <a:pt x="19" y="20"/>
                  </a:lnTo>
                  <a:lnTo>
                    <a:pt x="18" y="19"/>
                  </a:lnTo>
                  <a:lnTo>
                    <a:pt x="18" y="17"/>
                  </a:lnTo>
                  <a:lnTo>
                    <a:pt x="18" y="15"/>
                  </a:lnTo>
                  <a:lnTo>
                    <a:pt x="18" y="13"/>
                  </a:lnTo>
                  <a:lnTo>
                    <a:pt x="19" y="12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1" y="7"/>
                  </a:lnTo>
                  <a:lnTo>
                    <a:pt x="22" y="6"/>
                  </a:lnTo>
                  <a:lnTo>
                    <a:pt x="22" y="5"/>
                  </a:lnTo>
                  <a:lnTo>
                    <a:pt x="23" y="4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8" y="0"/>
                  </a:lnTo>
                  <a:lnTo>
                    <a:pt x="29" y="1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3" y="6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1" y="8"/>
                  </a:lnTo>
                  <a:lnTo>
                    <a:pt x="31" y="9"/>
                  </a:lnTo>
                  <a:lnTo>
                    <a:pt x="30" y="9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8" y="12"/>
                  </a:lnTo>
                  <a:lnTo>
                    <a:pt x="28" y="13"/>
                  </a:lnTo>
                  <a:lnTo>
                    <a:pt x="27" y="14"/>
                  </a:lnTo>
                  <a:lnTo>
                    <a:pt x="27" y="15"/>
                  </a:lnTo>
                  <a:lnTo>
                    <a:pt x="27" y="16"/>
                  </a:lnTo>
                  <a:lnTo>
                    <a:pt x="28" y="17"/>
                  </a:lnTo>
                  <a:lnTo>
                    <a:pt x="28" y="18"/>
                  </a:lnTo>
                  <a:lnTo>
                    <a:pt x="29" y="19"/>
                  </a:lnTo>
                  <a:lnTo>
                    <a:pt x="30" y="20"/>
                  </a:lnTo>
                  <a:lnTo>
                    <a:pt x="30" y="21"/>
                  </a:lnTo>
                  <a:lnTo>
                    <a:pt x="31" y="21"/>
                  </a:lnTo>
                  <a:lnTo>
                    <a:pt x="32" y="21"/>
                  </a:lnTo>
                  <a:lnTo>
                    <a:pt x="32" y="21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2" y="23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6" y="17"/>
                  </a:lnTo>
                  <a:lnTo>
                    <a:pt x="47" y="16"/>
                  </a:lnTo>
                  <a:lnTo>
                    <a:pt x="48" y="14"/>
                  </a:lnTo>
                  <a:lnTo>
                    <a:pt x="49" y="13"/>
                  </a:lnTo>
                  <a:lnTo>
                    <a:pt x="58" y="18"/>
                  </a:lnTo>
                  <a:lnTo>
                    <a:pt x="57" y="19"/>
                  </a:lnTo>
                  <a:lnTo>
                    <a:pt x="56" y="21"/>
                  </a:lnTo>
                  <a:lnTo>
                    <a:pt x="55" y="23"/>
                  </a:lnTo>
                  <a:lnTo>
                    <a:pt x="54" y="24"/>
                  </a:lnTo>
                  <a:lnTo>
                    <a:pt x="53" y="26"/>
                  </a:lnTo>
                  <a:lnTo>
                    <a:pt x="53" y="27"/>
                  </a:lnTo>
                  <a:lnTo>
                    <a:pt x="103" y="55"/>
                  </a:lnTo>
                  <a:lnTo>
                    <a:pt x="103" y="57"/>
                  </a:lnTo>
                  <a:lnTo>
                    <a:pt x="102" y="59"/>
                  </a:lnTo>
                  <a:lnTo>
                    <a:pt x="101" y="60"/>
                  </a:lnTo>
                  <a:lnTo>
                    <a:pt x="100" y="62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4"/>
            <p:cNvSpPr/>
            <p:nvPr/>
          </p:nvSpPr>
          <p:spPr>
            <a:xfrm>
              <a:off x="4203557" y="970375"/>
              <a:ext cx="139700" cy="142875"/>
            </a:xfrm>
            <a:custGeom>
              <a:rect b="b" l="l" r="r" t="t"/>
              <a:pathLst>
                <a:path extrusionOk="0" h="88" w="86">
                  <a:moveTo>
                    <a:pt x="76" y="79"/>
                  </a:moveTo>
                  <a:lnTo>
                    <a:pt x="65" y="70"/>
                  </a:lnTo>
                  <a:lnTo>
                    <a:pt x="65" y="71"/>
                  </a:lnTo>
                  <a:lnTo>
                    <a:pt x="65" y="72"/>
                  </a:lnTo>
                  <a:lnTo>
                    <a:pt x="64" y="73"/>
                  </a:lnTo>
                  <a:lnTo>
                    <a:pt x="64" y="74"/>
                  </a:lnTo>
                  <a:lnTo>
                    <a:pt x="63" y="75"/>
                  </a:lnTo>
                  <a:lnTo>
                    <a:pt x="63" y="76"/>
                  </a:lnTo>
                  <a:lnTo>
                    <a:pt x="62" y="77"/>
                  </a:lnTo>
                  <a:lnTo>
                    <a:pt x="62" y="78"/>
                  </a:lnTo>
                  <a:lnTo>
                    <a:pt x="61" y="79"/>
                  </a:lnTo>
                  <a:lnTo>
                    <a:pt x="61" y="80"/>
                  </a:lnTo>
                  <a:lnTo>
                    <a:pt x="60" y="81"/>
                  </a:lnTo>
                  <a:lnTo>
                    <a:pt x="58" y="83"/>
                  </a:lnTo>
                  <a:lnTo>
                    <a:pt x="57" y="84"/>
                  </a:lnTo>
                  <a:lnTo>
                    <a:pt x="55" y="85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1" y="87"/>
                  </a:lnTo>
                  <a:lnTo>
                    <a:pt x="49" y="87"/>
                  </a:lnTo>
                  <a:lnTo>
                    <a:pt x="47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2" y="87"/>
                  </a:lnTo>
                  <a:lnTo>
                    <a:pt x="40" y="87"/>
                  </a:lnTo>
                  <a:lnTo>
                    <a:pt x="38" y="86"/>
                  </a:lnTo>
                  <a:lnTo>
                    <a:pt x="37" y="85"/>
                  </a:lnTo>
                  <a:lnTo>
                    <a:pt x="34" y="84"/>
                  </a:lnTo>
                  <a:lnTo>
                    <a:pt x="33" y="83"/>
                  </a:lnTo>
                  <a:lnTo>
                    <a:pt x="31" y="81"/>
                  </a:lnTo>
                  <a:lnTo>
                    <a:pt x="30" y="80"/>
                  </a:lnTo>
                  <a:lnTo>
                    <a:pt x="29" y="79"/>
                  </a:lnTo>
                  <a:lnTo>
                    <a:pt x="28" y="77"/>
                  </a:lnTo>
                  <a:lnTo>
                    <a:pt x="28" y="75"/>
                  </a:lnTo>
                  <a:lnTo>
                    <a:pt x="27" y="74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5"/>
                  </a:lnTo>
                  <a:lnTo>
                    <a:pt x="27" y="63"/>
                  </a:lnTo>
                  <a:lnTo>
                    <a:pt x="27" y="61"/>
                  </a:lnTo>
                  <a:lnTo>
                    <a:pt x="28" y="59"/>
                  </a:lnTo>
                  <a:lnTo>
                    <a:pt x="28" y="58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2" y="52"/>
                  </a:lnTo>
                  <a:lnTo>
                    <a:pt x="33" y="51"/>
                  </a:lnTo>
                  <a:lnTo>
                    <a:pt x="33" y="51"/>
                  </a:lnTo>
                  <a:lnTo>
                    <a:pt x="34" y="51"/>
                  </a:lnTo>
                  <a:lnTo>
                    <a:pt x="34" y="50"/>
                  </a:lnTo>
                  <a:lnTo>
                    <a:pt x="34" y="50"/>
                  </a:lnTo>
                  <a:lnTo>
                    <a:pt x="35" y="50"/>
                  </a:lnTo>
                  <a:lnTo>
                    <a:pt x="35" y="51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2" y="57"/>
                  </a:lnTo>
                  <a:lnTo>
                    <a:pt x="41" y="57"/>
                  </a:lnTo>
                  <a:lnTo>
                    <a:pt x="41" y="58"/>
                  </a:lnTo>
                  <a:lnTo>
                    <a:pt x="40" y="58"/>
                  </a:lnTo>
                  <a:lnTo>
                    <a:pt x="40" y="59"/>
                  </a:lnTo>
                  <a:lnTo>
                    <a:pt x="39" y="60"/>
                  </a:lnTo>
                  <a:lnTo>
                    <a:pt x="39" y="60"/>
                  </a:lnTo>
                  <a:lnTo>
                    <a:pt x="38" y="62"/>
                  </a:lnTo>
                  <a:lnTo>
                    <a:pt x="37" y="63"/>
                  </a:lnTo>
                  <a:lnTo>
                    <a:pt x="37" y="65"/>
                  </a:lnTo>
                  <a:lnTo>
                    <a:pt x="36" y="66"/>
                  </a:lnTo>
                  <a:lnTo>
                    <a:pt x="37" y="68"/>
                  </a:lnTo>
                  <a:lnTo>
                    <a:pt x="37" y="70"/>
                  </a:lnTo>
                  <a:lnTo>
                    <a:pt x="38" y="71"/>
                  </a:lnTo>
                  <a:lnTo>
                    <a:pt x="38" y="72"/>
                  </a:lnTo>
                  <a:lnTo>
                    <a:pt x="39" y="73"/>
                  </a:lnTo>
                  <a:lnTo>
                    <a:pt x="41" y="75"/>
                  </a:lnTo>
                  <a:lnTo>
                    <a:pt x="42" y="76"/>
                  </a:lnTo>
                  <a:lnTo>
                    <a:pt x="44" y="76"/>
                  </a:lnTo>
                  <a:lnTo>
                    <a:pt x="45" y="77"/>
                  </a:lnTo>
                  <a:lnTo>
                    <a:pt x="46" y="77"/>
                  </a:lnTo>
                  <a:lnTo>
                    <a:pt x="48" y="76"/>
                  </a:lnTo>
                  <a:lnTo>
                    <a:pt x="49" y="76"/>
                  </a:lnTo>
                  <a:lnTo>
                    <a:pt x="50" y="76"/>
                  </a:lnTo>
                  <a:lnTo>
                    <a:pt x="51" y="75"/>
                  </a:lnTo>
                  <a:lnTo>
                    <a:pt x="52" y="74"/>
                  </a:lnTo>
                  <a:lnTo>
                    <a:pt x="53" y="73"/>
                  </a:lnTo>
                  <a:lnTo>
                    <a:pt x="53" y="73"/>
                  </a:lnTo>
                  <a:lnTo>
                    <a:pt x="54" y="72"/>
                  </a:lnTo>
                  <a:lnTo>
                    <a:pt x="55" y="71"/>
                  </a:lnTo>
                  <a:lnTo>
                    <a:pt x="55" y="70"/>
                  </a:lnTo>
                  <a:lnTo>
                    <a:pt x="56" y="69"/>
                  </a:lnTo>
                  <a:lnTo>
                    <a:pt x="56" y="68"/>
                  </a:lnTo>
                  <a:lnTo>
                    <a:pt x="56" y="66"/>
                  </a:lnTo>
                  <a:lnTo>
                    <a:pt x="56" y="65"/>
                  </a:lnTo>
                  <a:lnTo>
                    <a:pt x="56" y="64"/>
                  </a:lnTo>
                  <a:lnTo>
                    <a:pt x="56" y="62"/>
                  </a:lnTo>
                  <a:lnTo>
                    <a:pt x="31" y="42"/>
                  </a:lnTo>
                  <a:lnTo>
                    <a:pt x="30" y="43"/>
                  </a:lnTo>
                  <a:lnTo>
                    <a:pt x="29" y="45"/>
                  </a:lnTo>
                  <a:lnTo>
                    <a:pt x="28" y="46"/>
                  </a:lnTo>
                  <a:lnTo>
                    <a:pt x="27" y="47"/>
                  </a:lnTo>
                  <a:lnTo>
                    <a:pt x="26" y="49"/>
                  </a:lnTo>
                  <a:lnTo>
                    <a:pt x="25" y="50"/>
                  </a:lnTo>
                  <a:lnTo>
                    <a:pt x="23" y="52"/>
                  </a:lnTo>
                  <a:lnTo>
                    <a:pt x="22" y="53"/>
                  </a:lnTo>
                  <a:lnTo>
                    <a:pt x="21" y="55"/>
                  </a:lnTo>
                  <a:lnTo>
                    <a:pt x="20" y="56"/>
                  </a:lnTo>
                  <a:lnTo>
                    <a:pt x="20" y="57"/>
                  </a:lnTo>
                  <a:lnTo>
                    <a:pt x="19" y="58"/>
                  </a:lnTo>
                  <a:lnTo>
                    <a:pt x="17" y="60"/>
                  </a:lnTo>
                  <a:lnTo>
                    <a:pt x="17" y="61"/>
                  </a:lnTo>
                  <a:lnTo>
                    <a:pt x="15" y="63"/>
                  </a:lnTo>
                  <a:lnTo>
                    <a:pt x="14" y="64"/>
                  </a:lnTo>
                  <a:lnTo>
                    <a:pt x="13" y="66"/>
                  </a:lnTo>
                  <a:lnTo>
                    <a:pt x="12" y="67"/>
                  </a:lnTo>
                  <a:lnTo>
                    <a:pt x="11" y="69"/>
                  </a:lnTo>
                  <a:lnTo>
                    <a:pt x="10" y="70"/>
                  </a:lnTo>
                  <a:lnTo>
                    <a:pt x="9" y="72"/>
                  </a:lnTo>
                  <a:lnTo>
                    <a:pt x="8" y="73"/>
                  </a:lnTo>
                  <a:lnTo>
                    <a:pt x="0" y="67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5" y="59"/>
                  </a:lnTo>
                  <a:lnTo>
                    <a:pt x="6" y="58"/>
                  </a:lnTo>
                  <a:lnTo>
                    <a:pt x="7" y="56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11" y="52"/>
                  </a:lnTo>
                  <a:lnTo>
                    <a:pt x="12" y="50"/>
                  </a:lnTo>
                  <a:lnTo>
                    <a:pt x="13" y="49"/>
                  </a:lnTo>
                  <a:lnTo>
                    <a:pt x="14" y="47"/>
                  </a:lnTo>
                  <a:lnTo>
                    <a:pt x="15" y="46"/>
                  </a:lnTo>
                  <a:lnTo>
                    <a:pt x="16" y="44"/>
                  </a:lnTo>
                  <a:lnTo>
                    <a:pt x="17" y="43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1" y="39"/>
                  </a:lnTo>
                  <a:lnTo>
                    <a:pt x="22" y="37"/>
                  </a:lnTo>
                  <a:lnTo>
                    <a:pt x="23" y="36"/>
                  </a:lnTo>
                  <a:lnTo>
                    <a:pt x="24" y="35"/>
                  </a:lnTo>
                  <a:lnTo>
                    <a:pt x="25" y="33"/>
                  </a:lnTo>
                  <a:lnTo>
                    <a:pt x="26" y="32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0" y="28"/>
                  </a:lnTo>
                  <a:lnTo>
                    <a:pt x="31" y="26"/>
                  </a:lnTo>
                  <a:lnTo>
                    <a:pt x="32" y="25"/>
                  </a:lnTo>
                  <a:lnTo>
                    <a:pt x="34" y="23"/>
                  </a:lnTo>
                  <a:lnTo>
                    <a:pt x="35" y="22"/>
                  </a:lnTo>
                  <a:lnTo>
                    <a:pt x="36" y="21"/>
                  </a:lnTo>
                  <a:lnTo>
                    <a:pt x="37" y="19"/>
                  </a:lnTo>
                  <a:lnTo>
                    <a:pt x="38" y="18"/>
                  </a:lnTo>
                  <a:lnTo>
                    <a:pt x="40" y="17"/>
                  </a:lnTo>
                  <a:lnTo>
                    <a:pt x="41" y="15"/>
                  </a:lnTo>
                  <a:lnTo>
                    <a:pt x="42" y="14"/>
                  </a:lnTo>
                  <a:lnTo>
                    <a:pt x="43" y="13"/>
                  </a:lnTo>
                  <a:lnTo>
                    <a:pt x="45" y="12"/>
                  </a:lnTo>
                  <a:lnTo>
                    <a:pt x="46" y="10"/>
                  </a:lnTo>
                  <a:lnTo>
                    <a:pt x="47" y="9"/>
                  </a:lnTo>
                  <a:lnTo>
                    <a:pt x="48" y="8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2" y="4"/>
                  </a:lnTo>
                  <a:lnTo>
                    <a:pt x="54" y="3"/>
                  </a:lnTo>
                  <a:lnTo>
                    <a:pt x="55" y="1"/>
                  </a:lnTo>
                  <a:lnTo>
                    <a:pt x="56" y="0"/>
                  </a:lnTo>
                  <a:lnTo>
                    <a:pt x="63" y="7"/>
                  </a:lnTo>
                  <a:lnTo>
                    <a:pt x="62" y="9"/>
                  </a:lnTo>
                  <a:lnTo>
                    <a:pt x="61" y="10"/>
                  </a:lnTo>
                  <a:lnTo>
                    <a:pt x="59" y="11"/>
                  </a:lnTo>
                  <a:lnTo>
                    <a:pt x="58" y="13"/>
                  </a:lnTo>
                  <a:lnTo>
                    <a:pt x="57" y="14"/>
                  </a:lnTo>
                  <a:lnTo>
                    <a:pt x="55" y="15"/>
                  </a:lnTo>
                  <a:lnTo>
                    <a:pt x="54" y="16"/>
                  </a:lnTo>
                  <a:lnTo>
                    <a:pt x="53" y="18"/>
                  </a:lnTo>
                  <a:lnTo>
                    <a:pt x="52" y="19"/>
                  </a:lnTo>
                  <a:lnTo>
                    <a:pt x="51" y="20"/>
                  </a:lnTo>
                  <a:lnTo>
                    <a:pt x="50" y="21"/>
                  </a:lnTo>
                  <a:lnTo>
                    <a:pt x="48" y="22"/>
                  </a:lnTo>
                  <a:lnTo>
                    <a:pt x="47" y="24"/>
                  </a:lnTo>
                  <a:lnTo>
                    <a:pt x="46" y="25"/>
                  </a:lnTo>
                  <a:lnTo>
                    <a:pt x="45" y="26"/>
                  </a:lnTo>
                  <a:lnTo>
                    <a:pt x="44" y="28"/>
                  </a:lnTo>
                  <a:lnTo>
                    <a:pt x="42" y="29"/>
                  </a:lnTo>
                  <a:lnTo>
                    <a:pt x="41" y="30"/>
                  </a:lnTo>
                  <a:lnTo>
                    <a:pt x="40" y="32"/>
                  </a:lnTo>
                  <a:lnTo>
                    <a:pt x="39" y="33"/>
                  </a:lnTo>
                  <a:lnTo>
                    <a:pt x="48" y="40"/>
                  </a:lnTo>
                  <a:lnTo>
                    <a:pt x="47" y="39"/>
                  </a:lnTo>
                  <a:lnTo>
                    <a:pt x="47" y="38"/>
                  </a:lnTo>
                  <a:lnTo>
                    <a:pt x="47" y="37"/>
                  </a:lnTo>
                  <a:lnTo>
                    <a:pt x="47" y="36"/>
                  </a:lnTo>
                  <a:lnTo>
                    <a:pt x="47" y="34"/>
                  </a:lnTo>
                  <a:lnTo>
                    <a:pt x="48" y="33"/>
                  </a:lnTo>
                  <a:lnTo>
                    <a:pt x="48" y="32"/>
                  </a:lnTo>
                  <a:lnTo>
                    <a:pt x="49" y="31"/>
                  </a:lnTo>
                  <a:lnTo>
                    <a:pt x="49" y="30"/>
                  </a:lnTo>
                  <a:lnTo>
                    <a:pt x="50" y="29"/>
                  </a:lnTo>
                  <a:lnTo>
                    <a:pt x="51" y="28"/>
                  </a:lnTo>
                  <a:lnTo>
                    <a:pt x="53" y="27"/>
                  </a:lnTo>
                  <a:lnTo>
                    <a:pt x="54" y="26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59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9" y="25"/>
                  </a:lnTo>
                  <a:lnTo>
                    <a:pt x="71" y="26"/>
                  </a:lnTo>
                  <a:lnTo>
                    <a:pt x="72" y="26"/>
                  </a:lnTo>
                  <a:lnTo>
                    <a:pt x="74" y="27"/>
                  </a:lnTo>
                  <a:lnTo>
                    <a:pt x="75" y="28"/>
                  </a:lnTo>
                  <a:lnTo>
                    <a:pt x="77" y="29"/>
                  </a:lnTo>
                  <a:lnTo>
                    <a:pt x="79" y="31"/>
                  </a:lnTo>
                  <a:lnTo>
                    <a:pt x="79" y="32"/>
                  </a:lnTo>
                  <a:lnTo>
                    <a:pt x="80" y="33"/>
                  </a:lnTo>
                  <a:lnTo>
                    <a:pt x="81" y="35"/>
                  </a:lnTo>
                  <a:lnTo>
                    <a:pt x="82" y="36"/>
                  </a:lnTo>
                  <a:lnTo>
                    <a:pt x="83" y="38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5" y="47"/>
                  </a:lnTo>
                  <a:lnTo>
                    <a:pt x="85" y="48"/>
                  </a:lnTo>
                  <a:lnTo>
                    <a:pt x="85" y="50"/>
                  </a:lnTo>
                  <a:lnTo>
                    <a:pt x="86" y="52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4" y="57"/>
                  </a:lnTo>
                  <a:lnTo>
                    <a:pt x="83" y="57"/>
                  </a:lnTo>
                  <a:lnTo>
                    <a:pt x="81" y="57"/>
                  </a:lnTo>
                  <a:lnTo>
                    <a:pt x="79" y="57"/>
                  </a:lnTo>
                  <a:lnTo>
                    <a:pt x="77" y="57"/>
                  </a:lnTo>
                  <a:lnTo>
                    <a:pt x="75" y="58"/>
                  </a:lnTo>
                  <a:lnTo>
                    <a:pt x="76" y="55"/>
                  </a:lnTo>
                  <a:lnTo>
                    <a:pt x="75" y="53"/>
                  </a:lnTo>
                  <a:lnTo>
                    <a:pt x="75" y="52"/>
                  </a:lnTo>
                  <a:lnTo>
                    <a:pt x="75" y="50"/>
                  </a:lnTo>
                  <a:lnTo>
                    <a:pt x="75" y="48"/>
                  </a:lnTo>
                  <a:lnTo>
                    <a:pt x="75" y="47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3" y="42"/>
                  </a:lnTo>
                  <a:lnTo>
                    <a:pt x="73" y="41"/>
                  </a:lnTo>
                  <a:lnTo>
                    <a:pt x="72" y="40"/>
                  </a:lnTo>
                  <a:lnTo>
                    <a:pt x="71" y="39"/>
                  </a:lnTo>
                  <a:lnTo>
                    <a:pt x="70" y="38"/>
                  </a:lnTo>
                  <a:lnTo>
                    <a:pt x="68" y="37"/>
                  </a:lnTo>
                  <a:lnTo>
                    <a:pt x="67" y="36"/>
                  </a:lnTo>
                  <a:lnTo>
                    <a:pt x="66" y="36"/>
                  </a:lnTo>
                  <a:lnTo>
                    <a:pt x="64" y="35"/>
                  </a:lnTo>
                  <a:lnTo>
                    <a:pt x="63" y="35"/>
                  </a:lnTo>
                  <a:lnTo>
                    <a:pt x="62" y="35"/>
                  </a:lnTo>
                  <a:lnTo>
                    <a:pt x="61" y="36"/>
                  </a:lnTo>
                  <a:lnTo>
                    <a:pt x="60" y="36"/>
                  </a:lnTo>
                  <a:lnTo>
                    <a:pt x="59" y="37"/>
                  </a:lnTo>
                  <a:lnTo>
                    <a:pt x="58" y="38"/>
                  </a:lnTo>
                  <a:lnTo>
                    <a:pt x="57" y="39"/>
                  </a:lnTo>
                  <a:lnTo>
                    <a:pt x="57" y="40"/>
                  </a:lnTo>
                  <a:lnTo>
                    <a:pt x="57" y="41"/>
                  </a:lnTo>
                  <a:lnTo>
                    <a:pt x="57" y="42"/>
                  </a:lnTo>
                  <a:lnTo>
                    <a:pt x="57" y="44"/>
                  </a:lnTo>
                  <a:lnTo>
                    <a:pt x="57" y="45"/>
                  </a:lnTo>
                  <a:lnTo>
                    <a:pt x="57" y="47"/>
                  </a:lnTo>
                  <a:lnTo>
                    <a:pt x="57" y="48"/>
                  </a:lnTo>
                  <a:lnTo>
                    <a:pt x="58" y="49"/>
                  </a:lnTo>
                  <a:lnTo>
                    <a:pt x="83" y="71"/>
                  </a:lnTo>
                  <a:lnTo>
                    <a:pt x="82" y="72"/>
                  </a:lnTo>
                  <a:lnTo>
                    <a:pt x="81" y="74"/>
                  </a:lnTo>
                  <a:lnTo>
                    <a:pt x="79" y="75"/>
                  </a:lnTo>
                  <a:lnTo>
                    <a:pt x="78" y="76"/>
                  </a:lnTo>
                  <a:lnTo>
                    <a:pt x="77" y="78"/>
                  </a:lnTo>
                  <a:lnTo>
                    <a:pt x="76" y="7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4"/>
            <p:cNvSpPr/>
            <p:nvPr/>
          </p:nvSpPr>
          <p:spPr>
            <a:xfrm>
              <a:off x="4290869" y="906875"/>
              <a:ext cx="133350" cy="111125"/>
            </a:xfrm>
            <a:custGeom>
              <a:rect b="b" l="l" r="r" t="t"/>
              <a:pathLst>
                <a:path extrusionOk="0" h="69" w="82">
                  <a:moveTo>
                    <a:pt x="7" y="48"/>
                  </a:moveTo>
                  <a:lnTo>
                    <a:pt x="0" y="41"/>
                  </a:lnTo>
                  <a:lnTo>
                    <a:pt x="1" y="40"/>
                  </a:lnTo>
                  <a:lnTo>
                    <a:pt x="2" y="39"/>
                  </a:lnTo>
                  <a:lnTo>
                    <a:pt x="4" y="38"/>
                  </a:lnTo>
                  <a:lnTo>
                    <a:pt x="5" y="36"/>
                  </a:lnTo>
                  <a:lnTo>
                    <a:pt x="6" y="35"/>
                  </a:lnTo>
                  <a:lnTo>
                    <a:pt x="8" y="34"/>
                  </a:lnTo>
                  <a:lnTo>
                    <a:pt x="9" y="32"/>
                  </a:lnTo>
                  <a:lnTo>
                    <a:pt x="10" y="31"/>
                  </a:lnTo>
                  <a:lnTo>
                    <a:pt x="11" y="30"/>
                  </a:lnTo>
                  <a:lnTo>
                    <a:pt x="13" y="29"/>
                  </a:lnTo>
                  <a:lnTo>
                    <a:pt x="14" y="28"/>
                  </a:lnTo>
                  <a:lnTo>
                    <a:pt x="15" y="27"/>
                  </a:lnTo>
                  <a:lnTo>
                    <a:pt x="17" y="26"/>
                  </a:lnTo>
                  <a:lnTo>
                    <a:pt x="18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1"/>
                  </a:lnTo>
                  <a:lnTo>
                    <a:pt x="23" y="20"/>
                  </a:lnTo>
                  <a:lnTo>
                    <a:pt x="25" y="19"/>
                  </a:lnTo>
                  <a:lnTo>
                    <a:pt x="26" y="18"/>
                  </a:lnTo>
                  <a:lnTo>
                    <a:pt x="27" y="16"/>
                  </a:lnTo>
                  <a:lnTo>
                    <a:pt x="29" y="15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3" y="12"/>
                  </a:lnTo>
                  <a:lnTo>
                    <a:pt x="35" y="11"/>
                  </a:lnTo>
                  <a:lnTo>
                    <a:pt x="35" y="10"/>
                  </a:lnTo>
                  <a:lnTo>
                    <a:pt x="37" y="9"/>
                  </a:lnTo>
                  <a:lnTo>
                    <a:pt x="38" y="8"/>
                  </a:lnTo>
                  <a:lnTo>
                    <a:pt x="40" y="7"/>
                  </a:lnTo>
                  <a:lnTo>
                    <a:pt x="41" y="6"/>
                  </a:lnTo>
                  <a:lnTo>
                    <a:pt x="43" y="4"/>
                  </a:lnTo>
                  <a:lnTo>
                    <a:pt x="44" y="3"/>
                  </a:lnTo>
                  <a:lnTo>
                    <a:pt x="46" y="2"/>
                  </a:lnTo>
                  <a:lnTo>
                    <a:pt x="47" y="1"/>
                  </a:lnTo>
                  <a:lnTo>
                    <a:pt x="48" y="0"/>
                  </a:lnTo>
                  <a:lnTo>
                    <a:pt x="54" y="9"/>
                  </a:lnTo>
                  <a:lnTo>
                    <a:pt x="53" y="10"/>
                  </a:lnTo>
                  <a:lnTo>
                    <a:pt x="51" y="11"/>
                  </a:lnTo>
                  <a:lnTo>
                    <a:pt x="50" y="12"/>
                  </a:lnTo>
                  <a:lnTo>
                    <a:pt x="49" y="13"/>
                  </a:lnTo>
                  <a:lnTo>
                    <a:pt x="47" y="14"/>
                  </a:lnTo>
                  <a:lnTo>
                    <a:pt x="46" y="15"/>
                  </a:lnTo>
                  <a:lnTo>
                    <a:pt x="82" y="60"/>
                  </a:lnTo>
                  <a:lnTo>
                    <a:pt x="81" y="61"/>
                  </a:lnTo>
                  <a:lnTo>
                    <a:pt x="80" y="62"/>
                  </a:lnTo>
                  <a:lnTo>
                    <a:pt x="78" y="63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4" y="66"/>
                  </a:lnTo>
                  <a:lnTo>
                    <a:pt x="63" y="53"/>
                  </a:lnTo>
                  <a:lnTo>
                    <a:pt x="63" y="54"/>
                  </a:lnTo>
                  <a:lnTo>
                    <a:pt x="63" y="56"/>
                  </a:lnTo>
                  <a:lnTo>
                    <a:pt x="62" y="57"/>
                  </a:lnTo>
                  <a:lnTo>
                    <a:pt x="62" y="58"/>
                  </a:lnTo>
                  <a:lnTo>
                    <a:pt x="61" y="59"/>
                  </a:lnTo>
                  <a:lnTo>
                    <a:pt x="60" y="60"/>
                  </a:lnTo>
                  <a:lnTo>
                    <a:pt x="59" y="61"/>
                  </a:lnTo>
                  <a:lnTo>
                    <a:pt x="58" y="62"/>
                  </a:lnTo>
                  <a:lnTo>
                    <a:pt x="57" y="63"/>
                  </a:lnTo>
                  <a:lnTo>
                    <a:pt x="56" y="64"/>
                  </a:lnTo>
                  <a:lnTo>
                    <a:pt x="55" y="66"/>
                  </a:lnTo>
                  <a:lnTo>
                    <a:pt x="53" y="67"/>
                  </a:lnTo>
                  <a:lnTo>
                    <a:pt x="51" y="68"/>
                  </a:lnTo>
                  <a:lnTo>
                    <a:pt x="50" y="68"/>
                  </a:lnTo>
                  <a:lnTo>
                    <a:pt x="48" y="69"/>
                  </a:lnTo>
                  <a:lnTo>
                    <a:pt x="46" y="69"/>
                  </a:lnTo>
                  <a:lnTo>
                    <a:pt x="45" y="69"/>
                  </a:lnTo>
                  <a:lnTo>
                    <a:pt x="43" y="69"/>
                  </a:lnTo>
                  <a:lnTo>
                    <a:pt x="41" y="69"/>
                  </a:lnTo>
                  <a:lnTo>
                    <a:pt x="39" y="69"/>
                  </a:lnTo>
                  <a:lnTo>
                    <a:pt x="38" y="69"/>
                  </a:lnTo>
                  <a:lnTo>
                    <a:pt x="36" y="68"/>
                  </a:lnTo>
                  <a:lnTo>
                    <a:pt x="34" y="67"/>
                  </a:lnTo>
                  <a:lnTo>
                    <a:pt x="33" y="66"/>
                  </a:lnTo>
                  <a:lnTo>
                    <a:pt x="31" y="65"/>
                  </a:lnTo>
                  <a:lnTo>
                    <a:pt x="29" y="63"/>
                  </a:lnTo>
                  <a:lnTo>
                    <a:pt x="28" y="62"/>
                  </a:lnTo>
                  <a:lnTo>
                    <a:pt x="27" y="60"/>
                  </a:lnTo>
                  <a:lnTo>
                    <a:pt x="26" y="59"/>
                  </a:lnTo>
                  <a:lnTo>
                    <a:pt x="25" y="57"/>
                  </a:lnTo>
                  <a:lnTo>
                    <a:pt x="25" y="56"/>
                  </a:lnTo>
                  <a:lnTo>
                    <a:pt x="24" y="54"/>
                  </a:lnTo>
                  <a:lnTo>
                    <a:pt x="24" y="52"/>
                  </a:lnTo>
                  <a:lnTo>
                    <a:pt x="24" y="50"/>
                  </a:lnTo>
                  <a:lnTo>
                    <a:pt x="24" y="48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5" y="43"/>
                  </a:lnTo>
                  <a:lnTo>
                    <a:pt x="26" y="42"/>
                  </a:lnTo>
                  <a:lnTo>
                    <a:pt x="26" y="40"/>
                  </a:lnTo>
                  <a:lnTo>
                    <a:pt x="27" y="38"/>
                  </a:lnTo>
                  <a:lnTo>
                    <a:pt x="28" y="37"/>
                  </a:lnTo>
                  <a:lnTo>
                    <a:pt x="30" y="36"/>
                  </a:lnTo>
                  <a:lnTo>
                    <a:pt x="31" y="34"/>
                  </a:lnTo>
                  <a:lnTo>
                    <a:pt x="32" y="34"/>
                  </a:lnTo>
                  <a:lnTo>
                    <a:pt x="33" y="33"/>
                  </a:lnTo>
                  <a:lnTo>
                    <a:pt x="34" y="32"/>
                  </a:lnTo>
                  <a:lnTo>
                    <a:pt x="34" y="32"/>
                  </a:lnTo>
                  <a:lnTo>
                    <a:pt x="35" y="32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8" y="30"/>
                  </a:lnTo>
                  <a:lnTo>
                    <a:pt x="39" y="30"/>
                  </a:lnTo>
                  <a:lnTo>
                    <a:pt x="40" y="31"/>
                  </a:lnTo>
                  <a:lnTo>
                    <a:pt x="41" y="33"/>
                  </a:lnTo>
                  <a:lnTo>
                    <a:pt x="42" y="34"/>
                  </a:lnTo>
                  <a:lnTo>
                    <a:pt x="43" y="36"/>
                  </a:lnTo>
                  <a:lnTo>
                    <a:pt x="44" y="37"/>
                  </a:lnTo>
                  <a:lnTo>
                    <a:pt x="45" y="40"/>
                  </a:lnTo>
                  <a:lnTo>
                    <a:pt x="45" y="39"/>
                  </a:lnTo>
                  <a:lnTo>
                    <a:pt x="44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2" y="39"/>
                  </a:lnTo>
                  <a:lnTo>
                    <a:pt x="41" y="40"/>
                  </a:lnTo>
                  <a:lnTo>
                    <a:pt x="40" y="40"/>
                  </a:lnTo>
                  <a:lnTo>
                    <a:pt x="40" y="41"/>
                  </a:lnTo>
                  <a:lnTo>
                    <a:pt x="39" y="41"/>
                  </a:lnTo>
                  <a:lnTo>
                    <a:pt x="38" y="42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0"/>
                  </a:lnTo>
                  <a:lnTo>
                    <a:pt x="35" y="52"/>
                  </a:lnTo>
                  <a:lnTo>
                    <a:pt x="36" y="53"/>
                  </a:lnTo>
                  <a:lnTo>
                    <a:pt x="36" y="54"/>
                  </a:lnTo>
                  <a:lnTo>
                    <a:pt x="37" y="56"/>
                  </a:lnTo>
                  <a:lnTo>
                    <a:pt x="39" y="57"/>
                  </a:lnTo>
                  <a:lnTo>
                    <a:pt x="40" y="58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3" y="59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7" y="59"/>
                  </a:lnTo>
                  <a:lnTo>
                    <a:pt x="48" y="58"/>
                  </a:lnTo>
                  <a:lnTo>
                    <a:pt x="49" y="57"/>
                  </a:lnTo>
                  <a:lnTo>
                    <a:pt x="50" y="56"/>
                  </a:lnTo>
                  <a:lnTo>
                    <a:pt x="51" y="55"/>
                  </a:lnTo>
                  <a:lnTo>
                    <a:pt x="52" y="54"/>
                  </a:lnTo>
                  <a:lnTo>
                    <a:pt x="53" y="52"/>
                  </a:lnTo>
                  <a:lnTo>
                    <a:pt x="54" y="51"/>
                  </a:lnTo>
                  <a:lnTo>
                    <a:pt x="55" y="50"/>
                  </a:lnTo>
                  <a:lnTo>
                    <a:pt x="55" y="48"/>
                  </a:lnTo>
                  <a:lnTo>
                    <a:pt x="55" y="47"/>
                  </a:lnTo>
                  <a:lnTo>
                    <a:pt x="56" y="46"/>
                  </a:lnTo>
                  <a:lnTo>
                    <a:pt x="56" y="44"/>
                  </a:lnTo>
                  <a:lnTo>
                    <a:pt x="37" y="22"/>
                  </a:lnTo>
                  <a:lnTo>
                    <a:pt x="36" y="23"/>
                  </a:lnTo>
                  <a:lnTo>
                    <a:pt x="34" y="24"/>
                  </a:lnTo>
                  <a:lnTo>
                    <a:pt x="33" y="25"/>
                  </a:lnTo>
                  <a:lnTo>
                    <a:pt x="32" y="26"/>
                  </a:lnTo>
                  <a:lnTo>
                    <a:pt x="30" y="28"/>
                  </a:lnTo>
                  <a:lnTo>
                    <a:pt x="29" y="29"/>
                  </a:lnTo>
                  <a:lnTo>
                    <a:pt x="27" y="30"/>
                  </a:lnTo>
                  <a:lnTo>
                    <a:pt x="26" y="31"/>
                  </a:lnTo>
                  <a:lnTo>
                    <a:pt x="25" y="32"/>
                  </a:lnTo>
                  <a:lnTo>
                    <a:pt x="23" y="34"/>
                  </a:lnTo>
                  <a:lnTo>
                    <a:pt x="22" y="35"/>
                  </a:lnTo>
                  <a:lnTo>
                    <a:pt x="21" y="36"/>
                  </a:lnTo>
                  <a:lnTo>
                    <a:pt x="19" y="37"/>
                  </a:lnTo>
                  <a:lnTo>
                    <a:pt x="18" y="38"/>
                  </a:lnTo>
                  <a:lnTo>
                    <a:pt x="17" y="40"/>
                  </a:lnTo>
                  <a:lnTo>
                    <a:pt x="15" y="41"/>
                  </a:lnTo>
                  <a:lnTo>
                    <a:pt x="14" y="42"/>
                  </a:lnTo>
                  <a:lnTo>
                    <a:pt x="13" y="43"/>
                  </a:lnTo>
                  <a:lnTo>
                    <a:pt x="11" y="45"/>
                  </a:lnTo>
                  <a:lnTo>
                    <a:pt x="10" y="46"/>
                  </a:lnTo>
                  <a:lnTo>
                    <a:pt x="9" y="47"/>
                  </a:lnTo>
                  <a:lnTo>
                    <a:pt x="7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4"/>
            <p:cNvSpPr/>
            <p:nvPr/>
          </p:nvSpPr>
          <p:spPr>
            <a:xfrm>
              <a:off x="4317857" y="878300"/>
              <a:ext cx="36512" cy="50800"/>
            </a:xfrm>
            <a:custGeom>
              <a:rect b="b" l="l" r="r" t="t"/>
              <a:pathLst>
                <a:path extrusionOk="0" h="32" w="23">
                  <a:moveTo>
                    <a:pt x="15" y="32"/>
                  </a:moveTo>
                  <a:lnTo>
                    <a:pt x="14" y="32"/>
                  </a:lnTo>
                  <a:lnTo>
                    <a:pt x="13" y="31"/>
                  </a:lnTo>
                  <a:lnTo>
                    <a:pt x="12" y="31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8"/>
                  </a:lnTo>
                  <a:lnTo>
                    <a:pt x="6" y="28"/>
                  </a:lnTo>
                  <a:lnTo>
                    <a:pt x="5" y="27"/>
                  </a:lnTo>
                  <a:lnTo>
                    <a:pt x="4" y="26"/>
                  </a:lnTo>
                  <a:lnTo>
                    <a:pt x="3" y="24"/>
                  </a:lnTo>
                  <a:lnTo>
                    <a:pt x="2" y="23"/>
                  </a:lnTo>
                  <a:lnTo>
                    <a:pt x="1" y="21"/>
                  </a:lnTo>
                  <a:lnTo>
                    <a:pt x="1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2" y="8"/>
                  </a:lnTo>
                  <a:lnTo>
                    <a:pt x="3" y="6"/>
                  </a:lnTo>
                  <a:lnTo>
                    <a:pt x="4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9" y="6"/>
                  </a:lnTo>
                  <a:lnTo>
                    <a:pt x="19" y="7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7" y="8"/>
                  </a:lnTo>
                  <a:lnTo>
                    <a:pt x="16" y="8"/>
                  </a:lnTo>
                  <a:lnTo>
                    <a:pt x="15" y="8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11"/>
                  </a:lnTo>
                  <a:lnTo>
                    <a:pt x="10" y="12"/>
                  </a:lnTo>
                  <a:lnTo>
                    <a:pt x="10" y="13"/>
                  </a:lnTo>
                  <a:lnTo>
                    <a:pt x="10" y="14"/>
                  </a:lnTo>
                  <a:lnTo>
                    <a:pt x="9" y="15"/>
                  </a:lnTo>
                  <a:lnTo>
                    <a:pt x="9" y="16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10" y="19"/>
                  </a:lnTo>
                  <a:lnTo>
                    <a:pt x="11" y="20"/>
                  </a:lnTo>
                  <a:lnTo>
                    <a:pt x="11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4"/>
                  </a:lnTo>
                  <a:lnTo>
                    <a:pt x="16" y="24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0" y="26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1" y="27"/>
                  </a:lnTo>
                  <a:lnTo>
                    <a:pt x="20" y="28"/>
                  </a:lnTo>
                  <a:lnTo>
                    <a:pt x="18" y="29"/>
                  </a:lnTo>
                  <a:lnTo>
                    <a:pt x="17" y="30"/>
                  </a:lnTo>
                  <a:lnTo>
                    <a:pt x="16" y="31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4"/>
            <p:cNvSpPr/>
            <p:nvPr/>
          </p:nvSpPr>
          <p:spPr>
            <a:xfrm>
              <a:off x="4274994" y="913225"/>
              <a:ext cx="80962" cy="17463"/>
            </a:xfrm>
            <a:custGeom>
              <a:rect b="b" l="l" r="r" t="t"/>
              <a:pathLst>
                <a:path extrusionOk="0" h="11" w="50">
                  <a:moveTo>
                    <a:pt x="42" y="11"/>
                  </a:moveTo>
                  <a:lnTo>
                    <a:pt x="40" y="11"/>
                  </a:lnTo>
                  <a:lnTo>
                    <a:pt x="38" y="11"/>
                  </a:lnTo>
                  <a:lnTo>
                    <a:pt x="36" y="11"/>
                  </a:lnTo>
                  <a:lnTo>
                    <a:pt x="34" y="11"/>
                  </a:lnTo>
                  <a:lnTo>
                    <a:pt x="32" y="11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1" y="3"/>
                  </a:lnTo>
                  <a:lnTo>
                    <a:pt x="1" y="1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1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3"/>
                  </a:lnTo>
                  <a:lnTo>
                    <a:pt x="37" y="3"/>
                  </a:lnTo>
                  <a:lnTo>
                    <a:pt x="38" y="3"/>
                  </a:lnTo>
                  <a:lnTo>
                    <a:pt x="40" y="3"/>
                  </a:lnTo>
                  <a:lnTo>
                    <a:pt x="41" y="3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9" y="5"/>
                  </a:lnTo>
                  <a:lnTo>
                    <a:pt x="50" y="5"/>
                  </a:lnTo>
                  <a:lnTo>
                    <a:pt x="48" y="6"/>
                  </a:lnTo>
                  <a:lnTo>
                    <a:pt x="47" y="7"/>
                  </a:lnTo>
                  <a:lnTo>
                    <a:pt x="45" y="8"/>
                  </a:lnTo>
                  <a:lnTo>
                    <a:pt x="44" y="9"/>
                  </a:lnTo>
                  <a:lnTo>
                    <a:pt x="43" y="10"/>
                  </a:lnTo>
                  <a:lnTo>
                    <a:pt x="42" y="1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4"/>
            <p:cNvSpPr/>
            <p:nvPr/>
          </p:nvSpPr>
          <p:spPr>
            <a:xfrm>
              <a:off x="4416282" y="835437"/>
              <a:ext cx="109537" cy="111125"/>
            </a:xfrm>
            <a:custGeom>
              <a:rect b="b" l="l" r="r" t="t"/>
              <a:pathLst>
                <a:path extrusionOk="0" h="68" w="67">
                  <a:moveTo>
                    <a:pt x="63" y="68"/>
                  </a:moveTo>
                  <a:lnTo>
                    <a:pt x="61" y="67"/>
                  </a:lnTo>
                  <a:lnTo>
                    <a:pt x="59" y="66"/>
                  </a:lnTo>
                  <a:lnTo>
                    <a:pt x="58" y="65"/>
                  </a:lnTo>
                  <a:lnTo>
                    <a:pt x="56" y="65"/>
                  </a:lnTo>
                  <a:lnTo>
                    <a:pt x="55" y="64"/>
                  </a:lnTo>
                  <a:lnTo>
                    <a:pt x="53" y="63"/>
                  </a:lnTo>
                  <a:lnTo>
                    <a:pt x="51" y="62"/>
                  </a:lnTo>
                  <a:lnTo>
                    <a:pt x="50" y="61"/>
                  </a:lnTo>
                  <a:lnTo>
                    <a:pt x="48" y="60"/>
                  </a:lnTo>
                  <a:lnTo>
                    <a:pt x="47" y="60"/>
                  </a:lnTo>
                  <a:lnTo>
                    <a:pt x="45" y="59"/>
                  </a:lnTo>
                  <a:lnTo>
                    <a:pt x="43" y="58"/>
                  </a:lnTo>
                  <a:lnTo>
                    <a:pt x="42" y="57"/>
                  </a:lnTo>
                  <a:lnTo>
                    <a:pt x="40" y="56"/>
                  </a:lnTo>
                  <a:lnTo>
                    <a:pt x="39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3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29" y="51"/>
                  </a:lnTo>
                  <a:lnTo>
                    <a:pt x="27" y="50"/>
                  </a:lnTo>
                  <a:lnTo>
                    <a:pt x="25" y="49"/>
                  </a:lnTo>
                  <a:lnTo>
                    <a:pt x="24" y="49"/>
                  </a:lnTo>
                  <a:lnTo>
                    <a:pt x="22" y="48"/>
                  </a:lnTo>
                  <a:lnTo>
                    <a:pt x="20" y="47"/>
                  </a:lnTo>
                  <a:lnTo>
                    <a:pt x="19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8" y="42"/>
                  </a:lnTo>
                  <a:lnTo>
                    <a:pt x="19" y="40"/>
                  </a:lnTo>
                  <a:lnTo>
                    <a:pt x="19" y="39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2" y="36"/>
                  </a:lnTo>
                  <a:lnTo>
                    <a:pt x="24" y="37"/>
                  </a:lnTo>
                  <a:lnTo>
                    <a:pt x="26" y="38"/>
                  </a:lnTo>
                  <a:lnTo>
                    <a:pt x="28" y="39"/>
                  </a:lnTo>
                  <a:lnTo>
                    <a:pt x="29" y="39"/>
                  </a:lnTo>
                  <a:lnTo>
                    <a:pt x="30" y="40"/>
                  </a:lnTo>
                  <a:lnTo>
                    <a:pt x="31" y="41"/>
                  </a:lnTo>
                  <a:lnTo>
                    <a:pt x="32" y="41"/>
                  </a:lnTo>
                  <a:lnTo>
                    <a:pt x="33" y="41"/>
                  </a:lnTo>
                  <a:lnTo>
                    <a:pt x="34" y="41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6" y="40"/>
                  </a:lnTo>
                  <a:lnTo>
                    <a:pt x="36" y="39"/>
                  </a:lnTo>
                  <a:lnTo>
                    <a:pt x="36" y="39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28" y="21"/>
                  </a:lnTo>
                  <a:lnTo>
                    <a:pt x="27" y="22"/>
                  </a:lnTo>
                  <a:lnTo>
                    <a:pt x="25" y="23"/>
                  </a:lnTo>
                  <a:lnTo>
                    <a:pt x="23" y="23"/>
                  </a:lnTo>
                  <a:lnTo>
                    <a:pt x="22" y="24"/>
                  </a:lnTo>
                  <a:lnTo>
                    <a:pt x="20" y="25"/>
                  </a:lnTo>
                  <a:lnTo>
                    <a:pt x="19" y="26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2"/>
                  </a:lnTo>
                  <a:lnTo>
                    <a:pt x="8" y="32"/>
                  </a:lnTo>
                  <a:lnTo>
                    <a:pt x="6" y="34"/>
                  </a:lnTo>
                  <a:lnTo>
                    <a:pt x="0" y="25"/>
                  </a:lnTo>
                  <a:lnTo>
                    <a:pt x="2" y="24"/>
                  </a:lnTo>
                  <a:lnTo>
                    <a:pt x="3" y="23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10" y="19"/>
                  </a:lnTo>
                  <a:lnTo>
                    <a:pt x="11" y="19"/>
                  </a:lnTo>
                  <a:lnTo>
                    <a:pt x="13" y="18"/>
                  </a:lnTo>
                  <a:lnTo>
                    <a:pt x="14" y="17"/>
                  </a:lnTo>
                  <a:lnTo>
                    <a:pt x="16" y="16"/>
                  </a:lnTo>
                  <a:lnTo>
                    <a:pt x="18" y="15"/>
                  </a:lnTo>
                  <a:lnTo>
                    <a:pt x="19" y="14"/>
                  </a:lnTo>
                  <a:lnTo>
                    <a:pt x="21" y="13"/>
                  </a:lnTo>
                  <a:lnTo>
                    <a:pt x="22" y="12"/>
                  </a:lnTo>
                  <a:lnTo>
                    <a:pt x="24" y="12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9"/>
                  </a:lnTo>
                  <a:lnTo>
                    <a:pt x="30" y="8"/>
                  </a:lnTo>
                  <a:lnTo>
                    <a:pt x="32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40" y="3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53" y="9"/>
                  </a:lnTo>
                  <a:lnTo>
                    <a:pt x="51" y="9"/>
                  </a:lnTo>
                  <a:lnTo>
                    <a:pt x="49" y="10"/>
                  </a:lnTo>
                  <a:lnTo>
                    <a:pt x="48" y="11"/>
                  </a:lnTo>
                  <a:lnTo>
                    <a:pt x="46" y="12"/>
                  </a:lnTo>
                  <a:lnTo>
                    <a:pt x="44" y="13"/>
                  </a:lnTo>
                  <a:lnTo>
                    <a:pt x="43" y="13"/>
                  </a:lnTo>
                  <a:lnTo>
                    <a:pt x="41" y="14"/>
                  </a:lnTo>
                  <a:lnTo>
                    <a:pt x="39" y="15"/>
                  </a:lnTo>
                  <a:lnTo>
                    <a:pt x="38" y="16"/>
                  </a:lnTo>
                  <a:lnTo>
                    <a:pt x="47" y="31"/>
                  </a:lnTo>
                  <a:lnTo>
                    <a:pt x="47" y="32"/>
                  </a:lnTo>
                  <a:lnTo>
                    <a:pt x="48" y="34"/>
                  </a:lnTo>
                  <a:lnTo>
                    <a:pt x="48" y="36"/>
                  </a:lnTo>
                  <a:lnTo>
                    <a:pt x="48" y="38"/>
                  </a:lnTo>
                  <a:lnTo>
                    <a:pt x="48" y="40"/>
                  </a:lnTo>
                  <a:lnTo>
                    <a:pt x="47" y="42"/>
                  </a:lnTo>
                  <a:lnTo>
                    <a:pt x="47" y="44"/>
                  </a:lnTo>
                  <a:lnTo>
                    <a:pt x="46" y="45"/>
                  </a:lnTo>
                  <a:lnTo>
                    <a:pt x="45" y="46"/>
                  </a:lnTo>
                  <a:lnTo>
                    <a:pt x="43" y="47"/>
                  </a:lnTo>
                  <a:lnTo>
                    <a:pt x="45" y="48"/>
                  </a:lnTo>
                  <a:lnTo>
                    <a:pt x="46" y="49"/>
                  </a:lnTo>
                  <a:lnTo>
                    <a:pt x="48" y="50"/>
                  </a:lnTo>
                  <a:lnTo>
                    <a:pt x="50" y="51"/>
                  </a:lnTo>
                  <a:lnTo>
                    <a:pt x="51" y="52"/>
                  </a:lnTo>
                  <a:lnTo>
                    <a:pt x="53" y="52"/>
                  </a:lnTo>
                  <a:lnTo>
                    <a:pt x="54" y="53"/>
                  </a:lnTo>
                  <a:lnTo>
                    <a:pt x="55" y="54"/>
                  </a:lnTo>
                  <a:lnTo>
                    <a:pt x="57" y="55"/>
                  </a:lnTo>
                  <a:lnTo>
                    <a:pt x="58" y="56"/>
                  </a:lnTo>
                  <a:lnTo>
                    <a:pt x="60" y="57"/>
                  </a:lnTo>
                  <a:lnTo>
                    <a:pt x="62" y="58"/>
                  </a:lnTo>
                  <a:lnTo>
                    <a:pt x="63" y="59"/>
                  </a:lnTo>
                  <a:lnTo>
                    <a:pt x="65" y="59"/>
                  </a:lnTo>
                  <a:lnTo>
                    <a:pt x="66" y="60"/>
                  </a:lnTo>
                  <a:lnTo>
                    <a:pt x="67" y="61"/>
                  </a:lnTo>
                  <a:lnTo>
                    <a:pt x="66" y="62"/>
                  </a:lnTo>
                  <a:lnTo>
                    <a:pt x="65" y="64"/>
                  </a:lnTo>
                  <a:lnTo>
                    <a:pt x="64" y="65"/>
                  </a:lnTo>
                  <a:lnTo>
                    <a:pt x="63" y="67"/>
                  </a:lnTo>
                  <a:lnTo>
                    <a:pt x="63" y="68"/>
                  </a:lnTo>
                  <a:close/>
                  <a:moveTo>
                    <a:pt x="56" y="37"/>
                  </a:moveTo>
                  <a:lnTo>
                    <a:pt x="55" y="36"/>
                  </a:lnTo>
                  <a:lnTo>
                    <a:pt x="53" y="36"/>
                  </a:lnTo>
                  <a:lnTo>
                    <a:pt x="52" y="35"/>
                  </a:lnTo>
                  <a:lnTo>
                    <a:pt x="50" y="34"/>
                  </a:lnTo>
                  <a:lnTo>
                    <a:pt x="48" y="33"/>
                  </a:lnTo>
                  <a:lnTo>
                    <a:pt x="47" y="32"/>
                  </a:lnTo>
                  <a:lnTo>
                    <a:pt x="49" y="31"/>
                  </a:lnTo>
                  <a:lnTo>
                    <a:pt x="50" y="31"/>
                  </a:lnTo>
                  <a:lnTo>
                    <a:pt x="52" y="30"/>
                  </a:lnTo>
                  <a:lnTo>
                    <a:pt x="54" y="29"/>
                  </a:lnTo>
                  <a:lnTo>
                    <a:pt x="55" y="28"/>
                  </a:lnTo>
                  <a:lnTo>
                    <a:pt x="57" y="27"/>
                  </a:lnTo>
                  <a:lnTo>
                    <a:pt x="59" y="27"/>
                  </a:lnTo>
                  <a:lnTo>
                    <a:pt x="60" y="26"/>
                  </a:lnTo>
                  <a:lnTo>
                    <a:pt x="62" y="25"/>
                  </a:lnTo>
                  <a:lnTo>
                    <a:pt x="63" y="24"/>
                  </a:lnTo>
                  <a:lnTo>
                    <a:pt x="67" y="32"/>
                  </a:lnTo>
                  <a:lnTo>
                    <a:pt x="66" y="33"/>
                  </a:lnTo>
                  <a:lnTo>
                    <a:pt x="64" y="34"/>
                  </a:lnTo>
                  <a:lnTo>
                    <a:pt x="62" y="34"/>
                  </a:lnTo>
                  <a:lnTo>
                    <a:pt x="61" y="35"/>
                  </a:lnTo>
                  <a:lnTo>
                    <a:pt x="59" y="36"/>
                  </a:lnTo>
                  <a:lnTo>
                    <a:pt x="57" y="37"/>
                  </a:lnTo>
                  <a:lnTo>
                    <a:pt x="56" y="3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4"/>
            <p:cNvSpPr/>
            <p:nvPr/>
          </p:nvSpPr>
          <p:spPr>
            <a:xfrm>
              <a:off x="4489307" y="798925"/>
              <a:ext cx="127000" cy="122238"/>
            </a:xfrm>
            <a:custGeom>
              <a:rect b="b" l="l" r="r" t="t"/>
              <a:pathLst>
                <a:path extrusionOk="0" h="76" w="78">
                  <a:moveTo>
                    <a:pt x="68" y="69"/>
                  </a:moveTo>
                  <a:lnTo>
                    <a:pt x="60" y="49"/>
                  </a:lnTo>
                  <a:lnTo>
                    <a:pt x="59" y="51"/>
                  </a:lnTo>
                  <a:lnTo>
                    <a:pt x="58" y="52"/>
                  </a:lnTo>
                  <a:lnTo>
                    <a:pt x="57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3" y="60"/>
                  </a:lnTo>
                  <a:lnTo>
                    <a:pt x="52" y="61"/>
                  </a:lnTo>
                  <a:lnTo>
                    <a:pt x="51" y="63"/>
                  </a:lnTo>
                  <a:lnTo>
                    <a:pt x="50" y="64"/>
                  </a:lnTo>
                  <a:lnTo>
                    <a:pt x="49" y="66"/>
                  </a:lnTo>
                  <a:lnTo>
                    <a:pt x="48" y="67"/>
                  </a:lnTo>
                  <a:lnTo>
                    <a:pt x="47" y="69"/>
                  </a:lnTo>
                  <a:lnTo>
                    <a:pt x="46" y="70"/>
                  </a:lnTo>
                  <a:lnTo>
                    <a:pt x="45" y="72"/>
                  </a:lnTo>
                  <a:lnTo>
                    <a:pt x="44" y="73"/>
                  </a:lnTo>
                  <a:lnTo>
                    <a:pt x="43" y="75"/>
                  </a:lnTo>
                  <a:lnTo>
                    <a:pt x="42" y="76"/>
                  </a:lnTo>
                  <a:lnTo>
                    <a:pt x="41" y="75"/>
                  </a:lnTo>
                  <a:lnTo>
                    <a:pt x="40" y="74"/>
                  </a:lnTo>
                  <a:lnTo>
                    <a:pt x="38" y="73"/>
                  </a:lnTo>
                  <a:lnTo>
                    <a:pt x="37" y="72"/>
                  </a:lnTo>
                  <a:lnTo>
                    <a:pt x="35" y="71"/>
                  </a:lnTo>
                  <a:lnTo>
                    <a:pt x="33" y="69"/>
                  </a:lnTo>
                  <a:lnTo>
                    <a:pt x="34" y="68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2"/>
                  </a:lnTo>
                  <a:lnTo>
                    <a:pt x="39" y="60"/>
                  </a:lnTo>
                  <a:lnTo>
                    <a:pt x="40" y="59"/>
                  </a:lnTo>
                  <a:lnTo>
                    <a:pt x="41" y="57"/>
                  </a:lnTo>
                  <a:lnTo>
                    <a:pt x="42" y="56"/>
                  </a:lnTo>
                  <a:lnTo>
                    <a:pt x="43" y="54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0"/>
                  </a:lnTo>
                  <a:lnTo>
                    <a:pt x="48" y="49"/>
                  </a:lnTo>
                  <a:lnTo>
                    <a:pt x="49" y="47"/>
                  </a:lnTo>
                  <a:lnTo>
                    <a:pt x="50" y="46"/>
                  </a:lnTo>
                  <a:lnTo>
                    <a:pt x="51" y="44"/>
                  </a:lnTo>
                  <a:lnTo>
                    <a:pt x="52" y="43"/>
                  </a:lnTo>
                  <a:lnTo>
                    <a:pt x="50" y="42"/>
                  </a:lnTo>
                  <a:lnTo>
                    <a:pt x="49" y="41"/>
                  </a:lnTo>
                  <a:lnTo>
                    <a:pt x="48" y="40"/>
                  </a:lnTo>
                  <a:lnTo>
                    <a:pt x="46" y="39"/>
                  </a:lnTo>
                  <a:lnTo>
                    <a:pt x="44" y="38"/>
                  </a:lnTo>
                  <a:lnTo>
                    <a:pt x="43" y="37"/>
                  </a:lnTo>
                  <a:lnTo>
                    <a:pt x="40" y="37"/>
                  </a:lnTo>
                  <a:lnTo>
                    <a:pt x="39" y="37"/>
                  </a:lnTo>
                  <a:lnTo>
                    <a:pt x="37" y="37"/>
                  </a:lnTo>
                  <a:lnTo>
                    <a:pt x="35" y="37"/>
                  </a:lnTo>
                  <a:lnTo>
                    <a:pt x="34" y="38"/>
                  </a:lnTo>
                  <a:lnTo>
                    <a:pt x="32" y="38"/>
                  </a:lnTo>
                  <a:lnTo>
                    <a:pt x="31" y="39"/>
                  </a:lnTo>
                  <a:lnTo>
                    <a:pt x="30" y="40"/>
                  </a:lnTo>
                  <a:lnTo>
                    <a:pt x="29" y="41"/>
                  </a:lnTo>
                  <a:lnTo>
                    <a:pt x="28" y="42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4" y="48"/>
                  </a:lnTo>
                  <a:lnTo>
                    <a:pt x="23" y="50"/>
                  </a:lnTo>
                  <a:lnTo>
                    <a:pt x="22" y="52"/>
                  </a:lnTo>
                  <a:lnTo>
                    <a:pt x="21" y="51"/>
                  </a:lnTo>
                  <a:lnTo>
                    <a:pt x="19" y="50"/>
                  </a:lnTo>
                  <a:lnTo>
                    <a:pt x="18" y="49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6" y="43"/>
                  </a:lnTo>
                  <a:lnTo>
                    <a:pt x="17" y="41"/>
                  </a:lnTo>
                  <a:lnTo>
                    <a:pt x="18" y="40"/>
                  </a:lnTo>
                  <a:lnTo>
                    <a:pt x="19" y="38"/>
                  </a:lnTo>
                  <a:lnTo>
                    <a:pt x="21" y="37"/>
                  </a:lnTo>
                  <a:lnTo>
                    <a:pt x="22" y="35"/>
                  </a:lnTo>
                  <a:lnTo>
                    <a:pt x="24" y="33"/>
                  </a:lnTo>
                  <a:lnTo>
                    <a:pt x="25" y="32"/>
                  </a:lnTo>
                  <a:lnTo>
                    <a:pt x="27" y="31"/>
                  </a:lnTo>
                  <a:lnTo>
                    <a:pt x="28" y="30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2" y="28"/>
                  </a:lnTo>
                  <a:lnTo>
                    <a:pt x="34" y="28"/>
                  </a:lnTo>
                  <a:lnTo>
                    <a:pt x="35" y="28"/>
                  </a:lnTo>
                  <a:lnTo>
                    <a:pt x="37" y="28"/>
                  </a:lnTo>
                  <a:lnTo>
                    <a:pt x="40" y="29"/>
                  </a:lnTo>
                  <a:lnTo>
                    <a:pt x="41" y="29"/>
                  </a:lnTo>
                  <a:lnTo>
                    <a:pt x="42" y="29"/>
                  </a:lnTo>
                  <a:lnTo>
                    <a:pt x="44" y="30"/>
                  </a:lnTo>
                  <a:lnTo>
                    <a:pt x="46" y="30"/>
                  </a:lnTo>
                  <a:lnTo>
                    <a:pt x="47" y="31"/>
                  </a:lnTo>
                  <a:lnTo>
                    <a:pt x="49" y="32"/>
                  </a:lnTo>
                  <a:lnTo>
                    <a:pt x="51" y="32"/>
                  </a:lnTo>
                  <a:lnTo>
                    <a:pt x="54" y="33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4" y="17"/>
                  </a:lnTo>
                  <a:lnTo>
                    <a:pt x="42" y="18"/>
                  </a:lnTo>
                  <a:lnTo>
                    <a:pt x="40" y="18"/>
                  </a:lnTo>
                  <a:lnTo>
                    <a:pt x="39" y="19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4" y="21"/>
                  </a:lnTo>
                  <a:lnTo>
                    <a:pt x="32" y="21"/>
                  </a:lnTo>
                  <a:lnTo>
                    <a:pt x="30" y="22"/>
                  </a:lnTo>
                  <a:lnTo>
                    <a:pt x="29" y="23"/>
                  </a:lnTo>
                  <a:lnTo>
                    <a:pt x="27" y="24"/>
                  </a:lnTo>
                  <a:lnTo>
                    <a:pt x="26" y="24"/>
                  </a:lnTo>
                  <a:lnTo>
                    <a:pt x="24" y="25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19" y="27"/>
                  </a:lnTo>
                  <a:lnTo>
                    <a:pt x="18" y="27"/>
                  </a:lnTo>
                  <a:lnTo>
                    <a:pt x="16" y="28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1" y="30"/>
                  </a:lnTo>
                  <a:lnTo>
                    <a:pt x="9" y="31"/>
                  </a:lnTo>
                  <a:lnTo>
                    <a:pt x="8" y="32"/>
                  </a:lnTo>
                  <a:lnTo>
                    <a:pt x="6" y="33"/>
                  </a:lnTo>
                  <a:lnTo>
                    <a:pt x="5" y="33"/>
                  </a:lnTo>
                  <a:lnTo>
                    <a:pt x="0" y="24"/>
                  </a:lnTo>
                  <a:lnTo>
                    <a:pt x="2" y="23"/>
                  </a:lnTo>
                  <a:lnTo>
                    <a:pt x="4" y="22"/>
                  </a:lnTo>
                  <a:lnTo>
                    <a:pt x="5" y="22"/>
                  </a:lnTo>
                  <a:lnTo>
                    <a:pt x="7" y="21"/>
                  </a:lnTo>
                  <a:lnTo>
                    <a:pt x="9" y="20"/>
                  </a:lnTo>
                  <a:lnTo>
                    <a:pt x="10" y="19"/>
                  </a:lnTo>
                  <a:lnTo>
                    <a:pt x="12" y="19"/>
                  </a:lnTo>
                  <a:lnTo>
                    <a:pt x="14" y="18"/>
                  </a:lnTo>
                  <a:lnTo>
                    <a:pt x="16" y="17"/>
                  </a:lnTo>
                  <a:lnTo>
                    <a:pt x="18" y="16"/>
                  </a:lnTo>
                  <a:lnTo>
                    <a:pt x="19" y="16"/>
                  </a:lnTo>
                  <a:lnTo>
                    <a:pt x="21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6" y="13"/>
                  </a:lnTo>
                  <a:lnTo>
                    <a:pt x="28" y="12"/>
                  </a:lnTo>
                  <a:lnTo>
                    <a:pt x="30" y="11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5" y="9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40" y="7"/>
                  </a:lnTo>
                  <a:lnTo>
                    <a:pt x="42" y="7"/>
                  </a:lnTo>
                  <a:lnTo>
                    <a:pt x="44" y="6"/>
                  </a:lnTo>
                  <a:lnTo>
                    <a:pt x="46" y="6"/>
                  </a:lnTo>
                  <a:lnTo>
                    <a:pt x="48" y="5"/>
                  </a:lnTo>
                  <a:lnTo>
                    <a:pt x="50" y="4"/>
                  </a:lnTo>
                  <a:lnTo>
                    <a:pt x="51" y="4"/>
                  </a:lnTo>
                  <a:lnTo>
                    <a:pt x="53" y="3"/>
                  </a:lnTo>
                  <a:lnTo>
                    <a:pt x="55" y="2"/>
                  </a:lnTo>
                  <a:lnTo>
                    <a:pt x="57" y="2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8" y="9"/>
                  </a:lnTo>
                  <a:lnTo>
                    <a:pt x="66" y="10"/>
                  </a:lnTo>
                  <a:lnTo>
                    <a:pt x="64" y="10"/>
                  </a:lnTo>
                  <a:lnTo>
                    <a:pt x="63" y="11"/>
                  </a:lnTo>
                  <a:lnTo>
                    <a:pt x="61" y="11"/>
                  </a:lnTo>
                  <a:lnTo>
                    <a:pt x="59" y="12"/>
                  </a:lnTo>
                  <a:lnTo>
                    <a:pt x="58" y="12"/>
                  </a:lnTo>
                  <a:lnTo>
                    <a:pt x="78" y="66"/>
                  </a:lnTo>
                  <a:lnTo>
                    <a:pt x="76" y="67"/>
                  </a:lnTo>
                  <a:lnTo>
                    <a:pt x="74" y="67"/>
                  </a:lnTo>
                  <a:lnTo>
                    <a:pt x="72" y="68"/>
                  </a:lnTo>
                  <a:lnTo>
                    <a:pt x="71" y="69"/>
                  </a:lnTo>
                  <a:lnTo>
                    <a:pt x="69" y="69"/>
                  </a:lnTo>
                  <a:lnTo>
                    <a:pt x="68" y="69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4"/>
            <p:cNvSpPr/>
            <p:nvPr/>
          </p:nvSpPr>
          <p:spPr>
            <a:xfrm>
              <a:off x="4541694" y="754475"/>
              <a:ext cx="117475" cy="142875"/>
            </a:xfrm>
            <a:custGeom>
              <a:rect b="b" l="l" r="r" t="t"/>
              <a:pathLst>
                <a:path extrusionOk="0" h="88" w="72">
                  <a:moveTo>
                    <a:pt x="62" y="88"/>
                  </a:moveTo>
                  <a:lnTo>
                    <a:pt x="45" y="33"/>
                  </a:lnTo>
                  <a:lnTo>
                    <a:pt x="44" y="34"/>
                  </a:lnTo>
                  <a:lnTo>
                    <a:pt x="42" y="34"/>
                  </a:lnTo>
                  <a:lnTo>
                    <a:pt x="40" y="35"/>
                  </a:lnTo>
                  <a:lnTo>
                    <a:pt x="38" y="35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1" y="27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6" y="25"/>
                  </a:lnTo>
                  <a:lnTo>
                    <a:pt x="38" y="25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1" y="22"/>
                  </a:lnTo>
                  <a:lnTo>
                    <a:pt x="40" y="21"/>
                  </a:lnTo>
                  <a:lnTo>
                    <a:pt x="39" y="19"/>
                  </a:lnTo>
                  <a:lnTo>
                    <a:pt x="38" y="18"/>
                  </a:lnTo>
                  <a:lnTo>
                    <a:pt x="36" y="17"/>
                  </a:lnTo>
                  <a:lnTo>
                    <a:pt x="35" y="16"/>
                  </a:lnTo>
                  <a:lnTo>
                    <a:pt x="34" y="14"/>
                  </a:lnTo>
                  <a:lnTo>
                    <a:pt x="32" y="13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1"/>
                  </a:lnTo>
                  <a:lnTo>
                    <a:pt x="26" y="10"/>
                  </a:lnTo>
                  <a:lnTo>
                    <a:pt x="24" y="9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7" y="9"/>
                  </a:lnTo>
                  <a:lnTo>
                    <a:pt x="15" y="9"/>
                  </a:lnTo>
                  <a:lnTo>
                    <a:pt x="14" y="10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1" y="13"/>
                  </a:lnTo>
                  <a:lnTo>
                    <a:pt x="11" y="14"/>
                  </a:lnTo>
                  <a:lnTo>
                    <a:pt x="10" y="16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1" y="20"/>
                  </a:lnTo>
                  <a:lnTo>
                    <a:pt x="12" y="21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6" y="25"/>
                  </a:lnTo>
                  <a:lnTo>
                    <a:pt x="17" y="26"/>
                  </a:lnTo>
                  <a:lnTo>
                    <a:pt x="19" y="27"/>
                  </a:lnTo>
                  <a:lnTo>
                    <a:pt x="20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19" y="31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0" y="33"/>
                  </a:lnTo>
                  <a:lnTo>
                    <a:pt x="9" y="33"/>
                  </a:lnTo>
                  <a:lnTo>
                    <a:pt x="8" y="32"/>
                  </a:lnTo>
                  <a:lnTo>
                    <a:pt x="7" y="31"/>
                  </a:lnTo>
                  <a:lnTo>
                    <a:pt x="6" y="30"/>
                  </a:lnTo>
                  <a:lnTo>
                    <a:pt x="5" y="29"/>
                  </a:lnTo>
                  <a:lnTo>
                    <a:pt x="4" y="28"/>
                  </a:lnTo>
                  <a:lnTo>
                    <a:pt x="3" y="26"/>
                  </a:lnTo>
                  <a:lnTo>
                    <a:pt x="2" y="25"/>
                  </a:lnTo>
                  <a:lnTo>
                    <a:pt x="1" y="23"/>
                  </a:lnTo>
                  <a:lnTo>
                    <a:pt x="1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6" y="5"/>
                  </a:lnTo>
                  <a:lnTo>
                    <a:pt x="7" y="4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6" y="3"/>
                  </a:lnTo>
                  <a:lnTo>
                    <a:pt x="38" y="4"/>
                  </a:lnTo>
                  <a:lnTo>
                    <a:pt x="39" y="5"/>
                  </a:lnTo>
                  <a:lnTo>
                    <a:pt x="41" y="6"/>
                  </a:lnTo>
                  <a:lnTo>
                    <a:pt x="42" y="7"/>
                  </a:lnTo>
                  <a:lnTo>
                    <a:pt x="44" y="8"/>
                  </a:lnTo>
                  <a:lnTo>
                    <a:pt x="45" y="10"/>
                  </a:lnTo>
                  <a:lnTo>
                    <a:pt x="46" y="11"/>
                  </a:lnTo>
                  <a:lnTo>
                    <a:pt x="47" y="12"/>
                  </a:lnTo>
                  <a:lnTo>
                    <a:pt x="48" y="13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4" y="21"/>
                  </a:lnTo>
                  <a:lnTo>
                    <a:pt x="56" y="20"/>
                  </a:lnTo>
                  <a:lnTo>
                    <a:pt x="57" y="20"/>
                  </a:lnTo>
                  <a:lnTo>
                    <a:pt x="59" y="19"/>
                  </a:lnTo>
                  <a:lnTo>
                    <a:pt x="61" y="19"/>
                  </a:lnTo>
                  <a:lnTo>
                    <a:pt x="64" y="1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3" y="29"/>
                  </a:lnTo>
                  <a:lnTo>
                    <a:pt x="61" y="29"/>
                  </a:lnTo>
                  <a:lnTo>
                    <a:pt x="59" y="30"/>
                  </a:lnTo>
                  <a:lnTo>
                    <a:pt x="57" y="30"/>
                  </a:lnTo>
                  <a:lnTo>
                    <a:pt x="56" y="30"/>
                  </a:lnTo>
                  <a:lnTo>
                    <a:pt x="72" y="86"/>
                  </a:lnTo>
                  <a:lnTo>
                    <a:pt x="70" y="86"/>
                  </a:lnTo>
                  <a:lnTo>
                    <a:pt x="68" y="86"/>
                  </a:lnTo>
                  <a:lnTo>
                    <a:pt x="67" y="87"/>
                  </a:lnTo>
                  <a:lnTo>
                    <a:pt x="65" y="87"/>
                  </a:lnTo>
                  <a:lnTo>
                    <a:pt x="62" y="8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4"/>
            <p:cNvSpPr/>
            <p:nvPr/>
          </p:nvSpPr>
          <p:spPr>
            <a:xfrm>
              <a:off x="4665519" y="814800"/>
              <a:ext cx="77787" cy="28575"/>
            </a:xfrm>
            <a:custGeom>
              <a:rect b="b" l="l" r="r" t="t"/>
              <a:pathLst>
                <a:path extrusionOk="0" h="18" w="48">
                  <a:moveTo>
                    <a:pt x="3" y="18"/>
                  </a:moveTo>
                  <a:lnTo>
                    <a:pt x="0" y="8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5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8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10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0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12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0" y="12"/>
                  </a:lnTo>
                  <a:lnTo>
                    <a:pt x="28" y="13"/>
                  </a:lnTo>
                  <a:lnTo>
                    <a:pt x="26" y="13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20" y="14"/>
                  </a:lnTo>
                  <a:lnTo>
                    <a:pt x="19" y="14"/>
                  </a:lnTo>
                  <a:lnTo>
                    <a:pt x="17" y="15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1" y="16"/>
                  </a:lnTo>
                  <a:lnTo>
                    <a:pt x="10" y="16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4"/>
            <p:cNvSpPr/>
            <p:nvPr/>
          </p:nvSpPr>
          <p:spPr>
            <a:xfrm>
              <a:off x="4748069" y="719550"/>
              <a:ext cx="131762" cy="153988"/>
            </a:xfrm>
            <a:custGeom>
              <a:rect b="b" l="l" r="r" t="t"/>
              <a:pathLst>
                <a:path extrusionOk="0" h="95" w="81">
                  <a:moveTo>
                    <a:pt x="18" y="95"/>
                  </a:moveTo>
                  <a:lnTo>
                    <a:pt x="13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1" y="40"/>
                  </a:lnTo>
                  <a:lnTo>
                    <a:pt x="0" y="30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6" y="29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0" y="28"/>
                  </a:lnTo>
                  <a:lnTo>
                    <a:pt x="9" y="28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8" y="22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10" y="14"/>
                  </a:lnTo>
                  <a:lnTo>
                    <a:pt x="11" y="12"/>
                  </a:lnTo>
                  <a:lnTo>
                    <a:pt x="12" y="10"/>
                  </a:lnTo>
                  <a:lnTo>
                    <a:pt x="14" y="9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21" y="3"/>
                  </a:lnTo>
                  <a:lnTo>
                    <a:pt x="22" y="3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9" y="1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3"/>
                  </a:lnTo>
                  <a:lnTo>
                    <a:pt x="54" y="3"/>
                  </a:lnTo>
                  <a:lnTo>
                    <a:pt x="56" y="4"/>
                  </a:lnTo>
                  <a:lnTo>
                    <a:pt x="57" y="5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3" y="8"/>
                  </a:lnTo>
                  <a:lnTo>
                    <a:pt x="64" y="9"/>
                  </a:lnTo>
                  <a:lnTo>
                    <a:pt x="66" y="10"/>
                  </a:lnTo>
                  <a:lnTo>
                    <a:pt x="67" y="11"/>
                  </a:lnTo>
                  <a:lnTo>
                    <a:pt x="69" y="12"/>
                  </a:lnTo>
                  <a:lnTo>
                    <a:pt x="70" y="13"/>
                  </a:lnTo>
                  <a:lnTo>
                    <a:pt x="71" y="15"/>
                  </a:lnTo>
                  <a:lnTo>
                    <a:pt x="73" y="16"/>
                  </a:lnTo>
                  <a:lnTo>
                    <a:pt x="74" y="17"/>
                  </a:lnTo>
                  <a:lnTo>
                    <a:pt x="75" y="18"/>
                  </a:lnTo>
                  <a:lnTo>
                    <a:pt x="76" y="20"/>
                  </a:lnTo>
                  <a:lnTo>
                    <a:pt x="77" y="21"/>
                  </a:lnTo>
                  <a:lnTo>
                    <a:pt x="78" y="23"/>
                  </a:lnTo>
                  <a:lnTo>
                    <a:pt x="79" y="25"/>
                  </a:lnTo>
                  <a:lnTo>
                    <a:pt x="80" y="26"/>
                  </a:lnTo>
                  <a:lnTo>
                    <a:pt x="80" y="28"/>
                  </a:lnTo>
                  <a:lnTo>
                    <a:pt x="81" y="29"/>
                  </a:lnTo>
                  <a:lnTo>
                    <a:pt x="79" y="29"/>
                  </a:lnTo>
                  <a:lnTo>
                    <a:pt x="77" y="29"/>
                  </a:lnTo>
                  <a:lnTo>
                    <a:pt x="76" y="29"/>
                  </a:lnTo>
                  <a:lnTo>
                    <a:pt x="74" y="29"/>
                  </a:lnTo>
                  <a:lnTo>
                    <a:pt x="72" y="29"/>
                  </a:lnTo>
                  <a:lnTo>
                    <a:pt x="69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67" y="24"/>
                  </a:lnTo>
                  <a:lnTo>
                    <a:pt x="65" y="23"/>
                  </a:lnTo>
                  <a:lnTo>
                    <a:pt x="64" y="21"/>
                  </a:lnTo>
                  <a:lnTo>
                    <a:pt x="63" y="20"/>
                  </a:lnTo>
                  <a:lnTo>
                    <a:pt x="62" y="19"/>
                  </a:lnTo>
                  <a:lnTo>
                    <a:pt x="60" y="18"/>
                  </a:lnTo>
                  <a:lnTo>
                    <a:pt x="59" y="17"/>
                  </a:lnTo>
                  <a:lnTo>
                    <a:pt x="57" y="16"/>
                  </a:lnTo>
                  <a:lnTo>
                    <a:pt x="55" y="15"/>
                  </a:lnTo>
                  <a:lnTo>
                    <a:pt x="54" y="14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5" y="11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10"/>
                  </a:lnTo>
                  <a:lnTo>
                    <a:pt x="38" y="1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9" y="11"/>
                  </a:lnTo>
                  <a:lnTo>
                    <a:pt x="28" y="11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4" y="14"/>
                  </a:lnTo>
                  <a:lnTo>
                    <a:pt x="22" y="16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0" y="21"/>
                  </a:lnTo>
                  <a:lnTo>
                    <a:pt x="20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1" y="24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21" y="28"/>
                  </a:lnTo>
                  <a:lnTo>
                    <a:pt x="23" y="28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0" y="27"/>
                  </a:lnTo>
                  <a:lnTo>
                    <a:pt x="32" y="27"/>
                  </a:lnTo>
                  <a:lnTo>
                    <a:pt x="34" y="27"/>
                  </a:lnTo>
                  <a:lnTo>
                    <a:pt x="34" y="37"/>
                  </a:lnTo>
                  <a:lnTo>
                    <a:pt x="33" y="37"/>
                  </a:lnTo>
                  <a:lnTo>
                    <a:pt x="31" y="37"/>
                  </a:lnTo>
                  <a:lnTo>
                    <a:pt x="29" y="38"/>
                  </a:lnTo>
                  <a:lnTo>
                    <a:pt x="27" y="38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2" y="95"/>
                  </a:lnTo>
                  <a:lnTo>
                    <a:pt x="20" y="95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4"/>
            <p:cNvSpPr/>
            <p:nvPr/>
          </p:nvSpPr>
          <p:spPr>
            <a:xfrm>
              <a:off x="4808394" y="757650"/>
              <a:ext cx="123825" cy="117475"/>
            </a:xfrm>
            <a:custGeom>
              <a:rect b="b" l="l" r="r" t="t"/>
              <a:pathLst>
                <a:path extrusionOk="0" h="72" w="76">
                  <a:moveTo>
                    <a:pt x="28" y="70"/>
                  </a:moveTo>
                  <a:lnTo>
                    <a:pt x="26" y="69"/>
                  </a:lnTo>
                  <a:lnTo>
                    <a:pt x="25" y="68"/>
                  </a:lnTo>
                  <a:lnTo>
                    <a:pt x="24" y="66"/>
                  </a:lnTo>
                  <a:lnTo>
                    <a:pt x="22" y="65"/>
                  </a:lnTo>
                  <a:lnTo>
                    <a:pt x="21" y="64"/>
                  </a:lnTo>
                  <a:lnTo>
                    <a:pt x="20" y="62"/>
                  </a:lnTo>
                  <a:lnTo>
                    <a:pt x="18" y="61"/>
                  </a:lnTo>
                  <a:lnTo>
                    <a:pt x="17" y="60"/>
                  </a:lnTo>
                  <a:lnTo>
                    <a:pt x="16" y="59"/>
                  </a:lnTo>
                  <a:lnTo>
                    <a:pt x="14" y="57"/>
                  </a:lnTo>
                  <a:lnTo>
                    <a:pt x="13" y="56"/>
                  </a:lnTo>
                  <a:lnTo>
                    <a:pt x="12" y="55"/>
                  </a:lnTo>
                  <a:lnTo>
                    <a:pt x="10" y="54"/>
                  </a:lnTo>
                  <a:lnTo>
                    <a:pt x="9" y="52"/>
                  </a:lnTo>
                  <a:lnTo>
                    <a:pt x="7" y="51"/>
                  </a:lnTo>
                  <a:lnTo>
                    <a:pt x="6" y="50"/>
                  </a:lnTo>
                  <a:lnTo>
                    <a:pt x="5" y="48"/>
                  </a:lnTo>
                  <a:lnTo>
                    <a:pt x="3" y="47"/>
                  </a:lnTo>
                  <a:lnTo>
                    <a:pt x="2" y="46"/>
                  </a:lnTo>
                  <a:lnTo>
                    <a:pt x="0" y="45"/>
                  </a:lnTo>
                  <a:lnTo>
                    <a:pt x="1" y="43"/>
                  </a:lnTo>
                  <a:lnTo>
                    <a:pt x="2" y="42"/>
                  </a:lnTo>
                  <a:lnTo>
                    <a:pt x="4" y="41"/>
                  </a:lnTo>
                  <a:lnTo>
                    <a:pt x="5" y="39"/>
                  </a:lnTo>
                  <a:lnTo>
                    <a:pt x="7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2" y="42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9" y="40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4" y="38"/>
                  </a:lnTo>
                  <a:lnTo>
                    <a:pt x="26" y="36"/>
                  </a:lnTo>
                  <a:lnTo>
                    <a:pt x="27" y="35"/>
                  </a:lnTo>
                  <a:lnTo>
                    <a:pt x="28" y="34"/>
                  </a:lnTo>
                  <a:lnTo>
                    <a:pt x="29" y="32"/>
                  </a:lnTo>
                  <a:lnTo>
                    <a:pt x="28" y="32"/>
                  </a:lnTo>
                  <a:lnTo>
                    <a:pt x="27" y="33"/>
                  </a:lnTo>
                  <a:lnTo>
                    <a:pt x="26" y="33"/>
                  </a:lnTo>
                  <a:lnTo>
                    <a:pt x="25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3"/>
                  </a:lnTo>
                  <a:lnTo>
                    <a:pt x="18" y="33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3" y="31"/>
                  </a:lnTo>
                  <a:lnTo>
                    <a:pt x="11" y="30"/>
                  </a:lnTo>
                  <a:lnTo>
                    <a:pt x="10" y="30"/>
                  </a:lnTo>
                  <a:lnTo>
                    <a:pt x="9" y="29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9" y="4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6" y="9"/>
                  </a:lnTo>
                  <a:lnTo>
                    <a:pt x="37" y="11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7"/>
                  </a:lnTo>
                  <a:lnTo>
                    <a:pt x="40" y="19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7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9" y="32"/>
                  </a:lnTo>
                  <a:lnTo>
                    <a:pt x="38" y="34"/>
                  </a:lnTo>
                  <a:lnTo>
                    <a:pt x="37" y="36"/>
                  </a:lnTo>
                  <a:lnTo>
                    <a:pt x="37" y="37"/>
                  </a:lnTo>
                  <a:lnTo>
                    <a:pt x="36" y="39"/>
                  </a:lnTo>
                  <a:lnTo>
                    <a:pt x="35" y="40"/>
                  </a:lnTo>
                  <a:lnTo>
                    <a:pt x="34" y="42"/>
                  </a:lnTo>
                  <a:lnTo>
                    <a:pt x="32" y="43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8" y="47"/>
                  </a:lnTo>
                  <a:lnTo>
                    <a:pt x="27" y="48"/>
                  </a:lnTo>
                  <a:lnTo>
                    <a:pt x="25" y="49"/>
                  </a:lnTo>
                  <a:lnTo>
                    <a:pt x="23" y="49"/>
                  </a:lnTo>
                  <a:lnTo>
                    <a:pt x="22" y="50"/>
                  </a:lnTo>
                  <a:lnTo>
                    <a:pt x="20" y="50"/>
                  </a:lnTo>
                  <a:lnTo>
                    <a:pt x="22" y="51"/>
                  </a:lnTo>
                  <a:lnTo>
                    <a:pt x="23" y="52"/>
                  </a:lnTo>
                  <a:lnTo>
                    <a:pt x="24" y="54"/>
                  </a:lnTo>
                  <a:lnTo>
                    <a:pt x="26" y="55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2"/>
                  </a:lnTo>
                  <a:lnTo>
                    <a:pt x="34" y="63"/>
                  </a:lnTo>
                  <a:lnTo>
                    <a:pt x="33" y="65"/>
                  </a:lnTo>
                  <a:lnTo>
                    <a:pt x="32" y="66"/>
                  </a:lnTo>
                  <a:lnTo>
                    <a:pt x="30" y="67"/>
                  </a:lnTo>
                  <a:lnTo>
                    <a:pt x="29" y="68"/>
                  </a:lnTo>
                  <a:lnTo>
                    <a:pt x="28" y="70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4" y="24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3"/>
                  </a:lnTo>
                  <a:lnTo>
                    <a:pt x="27" y="23"/>
                  </a:lnTo>
                  <a:lnTo>
                    <a:pt x="28" y="22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28" y="18"/>
                  </a:lnTo>
                  <a:lnTo>
                    <a:pt x="28" y="17"/>
                  </a:lnTo>
                  <a:lnTo>
                    <a:pt x="27" y="16"/>
                  </a:lnTo>
                  <a:lnTo>
                    <a:pt x="26" y="14"/>
                  </a:lnTo>
                  <a:lnTo>
                    <a:pt x="25" y="13"/>
                  </a:lnTo>
                  <a:lnTo>
                    <a:pt x="24" y="13"/>
                  </a:lnTo>
                  <a:lnTo>
                    <a:pt x="23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6" y="14"/>
                  </a:lnTo>
                  <a:lnTo>
                    <a:pt x="16" y="15"/>
                  </a:lnTo>
                  <a:lnTo>
                    <a:pt x="15" y="15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5" y="19"/>
                  </a:lnTo>
                  <a:lnTo>
                    <a:pt x="15" y="20"/>
                  </a:lnTo>
                  <a:lnTo>
                    <a:pt x="15" y="21"/>
                  </a:lnTo>
                  <a:lnTo>
                    <a:pt x="15" y="22"/>
                  </a:lnTo>
                  <a:lnTo>
                    <a:pt x="16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20" y="24"/>
                  </a:lnTo>
                  <a:lnTo>
                    <a:pt x="22" y="24"/>
                  </a:lnTo>
                  <a:close/>
                  <a:moveTo>
                    <a:pt x="49" y="71"/>
                  </a:moveTo>
                  <a:lnTo>
                    <a:pt x="53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8" y="14"/>
                  </a:lnTo>
                  <a:lnTo>
                    <a:pt x="46" y="14"/>
                  </a:lnTo>
                  <a:lnTo>
                    <a:pt x="44" y="14"/>
                  </a:lnTo>
                  <a:lnTo>
                    <a:pt x="42" y="1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9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6" y="6"/>
                  </a:lnTo>
                  <a:lnTo>
                    <a:pt x="75" y="16"/>
                  </a:lnTo>
                  <a:lnTo>
                    <a:pt x="73" y="16"/>
                  </a:lnTo>
                  <a:lnTo>
                    <a:pt x="71" y="16"/>
                  </a:lnTo>
                  <a:lnTo>
                    <a:pt x="69" y="16"/>
                  </a:lnTo>
                  <a:lnTo>
                    <a:pt x="68" y="15"/>
                  </a:lnTo>
                  <a:lnTo>
                    <a:pt x="65" y="15"/>
                  </a:lnTo>
                  <a:lnTo>
                    <a:pt x="59" y="72"/>
                  </a:lnTo>
                  <a:lnTo>
                    <a:pt x="57" y="72"/>
                  </a:lnTo>
                  <a:lnTo>
                    <a:pt x="55" y="72"/>
                  </a:lnTo>
                  <a:lnTo>
                    <a:pt x="53" y="72"/>
                  </a:lnTo>
                  <a:lnTo>
                    <a:pt x="52" y="71"/>
                  </a:lnTo>
                  <a:lnTo>
                    <a:pt x="50" y="71"/>
                  </a:lnTo>
                  <a:lnTo>
                    <a:pt x="49" y="7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4"/>
            <p:cNvSpPr/>
            <p:nvPr/>
          </p:nvSpPr>
          <p:spPr>
            <a:xfrm>
              <a:off x="4927457" y="770350"/>
              <a:ext cx="128587" cy="122238"/>
            </a:xfrm>
            <a:custGeom>
              <a:rect b="b" l="l" r="r" t="t"/>
              <a:pathLst>
                <a:path extrusionOk="0" h="75" w="79">
                  <a:moveTo>
                    <a:pt x="24" y="72"/>
                  </a:moveTo>
                  <a:lnTo>
                    <a:pt x="23" y="70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2" y="65"/>
                  </a:lnTo>
                  <a:lnTo>
                    <a:pt x="21" y="63"/>
                  </a:lnTo>
                  <a:lnTo>
                    <a:pt x="20" y="63"/>
                  </a:lnTo>
                  <a:lnTo>
                    <a:pt x="19" y="63"/>
                  </a:lnTo>
                  <a:lnTo>
                    <a:pt x="18" y="62"/>
                  </a:lnTo>
                  <a:lnTo>
                    <a:pt x="17" y="62"/>
                  </a:lnTo>
                  <a:lnTo>
                    <a:pt x="17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6" y="62"/>
                  </a:lnTo>
                  <a:lnTo>
                    <a:pt x="14" y="62"/>
                  </a:lnTo>
                  <a:lnTo>
                    <a:pt x="12" y="61"/>
                  </a:lnTo>
                  <a:lnTo>
                    <a:pt x="10" y="60"/>
                  </a:lnTo>
                  <a:lnTo>
                    <a:pt x="9" y="60"/>
                  </a:lnTo>
                  <a:lnTo>
                    <a:pt x="7" y="59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5"/>
                  </a:lnTo>
                  <a:lnTo>
                    <a:pt x="3" y="54"/>
                  </a:lnTo>
                  <a:lnTo>
                    <a:pt x="2" y="52"/>
                  </a:lnTo>
                  <a:lnTo>
                    <a:pt x="1" y="50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39"/>
                  </a:lnTo>
                  <a:lnTo>
                    <a:pt x="2" y="38"/>
                  </a:lnTo>
                  <a:lnTo>
                    <a:pt x="3" y="36"/>
                  </a:lnTo>
                  <a:lnTo>
                    <a:pt x="4" y="34"/>
                  </a:lnTo>
                  <a:lnTo>
                    <a:pt x="5" y="32"/>
                  </a:lnTo>
                  <a:lnTo>
                    <a:pt x="6" y="31"/>
                  </a:lnTo>
                  <a:lnTo>
                    <a:pt x="8" y="30"/>
                  </a:lnTo>
                  <a:lnTo>
                    <a:pt x="9" y="29"/>
                  </a:lnTo>
                  <a:lnTo>
                    <a:pt x="11" y="28"/>
                  </a:lnTo>
                  <a:lnTo>
                    <a:pt x="13" y="27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1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9" y="1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2"/>
                  </a:lnTo>
                  <a:lnTo>
                    <a:pt x="34" y="3"/>
                  </a:lnTo>
                  <a:lnTo>
                    <a:pt x="35" y="4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7"/>
                  </a:lnTo>
                  <a:lnTo>
                    <a:pt x="39" y="9"/>
                  </a:lnTo>
                  <a:lnTo>
                    <a:pt x="40" y="11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1" y="19"/>
                  </a:lnTo>
                  <a:lnTo>
                    <a:pt x="40" y="20"/>
                  </a:lnTo>
                  <a:lnTo>
                    <a:pt x="40" y="21"/>
                  </a:lnTo>
                  <a:lnTo>
                    <a:pt x="39" y="22"/>
                  </a:lnTo>
                  <a:lnTo>
                    <a:pt x="38" y="23"/>
                  </a:lnTo>
                  <a:lnTo>
                    <a:pt x="37" y="24"/>
                  </a:lnTo>
                  <a:lnTo>
                    <a:pt x="36" y="25"/>
                  </a:lnTo>
                  <a:lnTo>
                    <a:pt x="35" y="26"/>
                  </a:lnTo>
                  <a:lnTo>
                    <a:pt x="34" y="27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3" y="30"/>
                  </a:lnTo>
                  <a:lnTo>
                    <a:pt x="34" y="30"/>
                  </a:lnTo>
                  <a:lnTo>
                    <a:pt x="35" y="30"/>
                  </a:lnTo>
                  <a:lnTo>
                    <a:pt x="36" y="31"/>
                  </a:lnTo>
                  <a:lnTo>
                    <a:pt x="37" y="31"/>
                  </a:lnTo>
                  <a:lnTo>
                    <a:pt x="38" y="31"/>
                  </a:lnTo>
                  <a:lnTo>
                    <a:pt x="39" y="31"/>
                  </a:lnTo>
                  <a:lnTo>
                    <a:pt x="40" y="31"/>
                  </a:lnTo>
                  <a:lnTo>
                    <a:pt x="41" y="32"/>
                  </a:lnTo>
                  <a:lnTo>
                    <a:pt x="42" y="32"/>
                  </a:lnTo>
                  <a:lnTo>
                    <a:pt x="43" y="32"/>
                  </a:lnTo>
                  <a:lnTo>
                    <a:pt x="44" y="32"/>
                  </a:lnTo>
                  <a:lnTo>
                    <a:pt x="45" y="32"/>
                  </a:lnTo>
                  <a:lnTo>
                    <a:pt x="46" y="32"/>
                  </a:lnTo>
                  <a:lnTo>
                    <a:pt x="47" y="32"/>
                  </a:lnTo>
                  <a:lnTo>
                    <a:pt x="49" y="32"/>
                  </a:lnTo>
                  <a:lnTo>
                    <a:pt x="50" y="32"/>
                  </a:lnTo>
                  <a:lnTo>
                    <a:pt x="51" y="32"/>
                  </a:lnTo>
                  <a:lnTo>
                    <a:pt x="52" y="31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1" y="16"/>
                  </a:lnTo>
                  <a:lnTo>
                    <a:pt x="49" y="16"/>
                  </a:lnTo>
                  <a:lnTo>
                    <a:pt x="47" y="16"/>
                  </a:lnTo>
                  <a:lnTo>
                    <a:pt x="50" y="6"/>
                  </a:lnTo>
                  <a:lnTo>
                    <a:pt x="51" y="6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7" y="7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5" y="9"/>
                  </a:lnTo>
                  <a:lnTo>
                    <a:pt x="66" y="10"/>
                  </a:lnTo>
                  <a:lnTo>
                    <a:pt x="68" y="10"/>
                  </a:lnTo>
                  <a:lnTo>
                    <a:pt x="70" y="10"/>
                  </a:lnTo>
                  <a:lnTo>
                    <a:pt x="72" y="11"/>
                  </a:lnTo>
                  <a:lnTo>
                    <a:pt x="73" y="11"/>
                  </a:lnTo>
                  <a:lnTo>
                    <a:pt x="75" y="12"/>
                  </a:lnTo>
                  <a:lnTo>
                    <a:pt x="77" y="12"/>
                  </a:lnTo>
                  <a:lnTo>
                    <a:pt x="79" y="13"/>
                  </a:lnTo>
                  <a:lnTo>
                    <a:pt x="76" y="22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71" y="21"/>
                  </a:lnTo>
                  <a:lnTo>
                    <a:pt x="69" y="21"/>
                  </a:lnTo>
                  <a:lnTo>
                    <a:pt x="67" y="20"/>
                  </a:lnTo>
                  <a:lnTo>
                    <a:pt x="51" y="75"/>
                  </a:lnTo>
                  <a:lnTo>
                    <a:pt x="50" y="75"/>
                  </a:lnTo>
                  <a:lnTo>
                    <a:pt x="48" y="74"/>
                  </a:lnTo>
                  <a:lnTo>
                    <a:pt x="46" y="74"/>
                  </a:lnTo>
                  <a:lnTo>
                    <a:pt x="44" y="74"/>
                  </a:lnTo>
                  <a:lnTo>
                    <a:pt x="43" y="73"/>
                  </a:lnTo>
                  <a:lnTo>
                    <a:pt x="42" y="73"/>
                  </a:lnTo>
                  <a:lnTo>
                    <a:pt x="50" y="41"/>
                  </a:lnTo>
                  <a:lnTo>
                    <a:pt x="49" y="41"/>
                  </a:lnTo>
                  <a:lnTo>
                    <a:pt x="47" y="41"/>
                  </a:lnTo>
                  <a:lnTo>
                    <a:pt x="46" y="41"/>
                  </a:lnTo>
                  <a:lnTo>
                    <a:pt x="45" y="41"/>
                  </a:lnTo>
                  <a:lnTo>
                    <a:pt x="44" y="41"/>
                  </a:lnTo>
                  <a:lnTo>
                    <a:pt x="43" y="41"/>
                  </a:lnTo>
                  <a:lnTo>
                    <a:pt x="42" y="41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7" y="40"/>
                  </a:lnTo>
                  <a:lnTo>
                    <a:pt x="36" y="39"/>
                  </a:lnTo>
                  <a:lnTo>
                    <a:pt x="34" y="39"/>
                  </a:lnTo>
                  <a:lnTo>
                    <a:pt x="32" y="39"/>
                  </a:lnTo>
                  <a:lnTo>
                    <a:pt x="30" y="38"/>
                  </a:lnTo>
                  <a:lnTo>
                    <a:pt x="29" y="38"/>
                  </a:lnTo>
                  <a:lnTo>
                    <a:pt x="28" y="37"/>
                  </a:lnTo>
                  <a:lnTo>
                    <a:pt x="26" y="37"/>
                  </a:lnTo>
                  <a:lnTo>
                    <a:pt x="24" y="36"/>
                  </a:lnTo>
                  <a:lnTo>
                    <a:pt x="23" y="35"/>
                  </a:lnTo>
                  <a:lnTo>
                    <a:pt x="22" y="34"/>
                  </a:lnTo>
                  <a:lnTo>
                    <a:pt x="21" y="32"/>
                  </a:lnTo>
                  <a:lnTo>
                    <a:pt x="19" y="33"/>
                  </a:lnTo>
                  <a:lnTo>
                    <a:pt x="18" y="33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4" y="36"/>
                  </a:lnTo>
                  <a:lnTo>
                    <a:pt x="13" y="38"/>
                  </a:lnTo>
                  <a:lnTo>
                    <a:pt x="12" y="39"/>
                  </a:lnTo>
                  <a:lnTo>
                    <a:pt x="12" y="40"/>
                  </a:lnTo>
                  <a:lnTo>
                    <a:pt x="11" y="41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6"/>
                  </a:lnTo>
                  <a:lnTo>
                    <a:pt x="11" y="47"/>
                  </a:lnTo>
                  <a:lnTo>
                    <a:pt x="11" y="48"/>
                  </a:lnTo>
                  <a:lnTo>
                    <a:pt x="12" y="49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7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9" y="52"/>
                  </a:lnTo>
                  <a:lnTo>
                    <a:pt x="19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21" y="49"/>
                  </a:lnTo>
                  <a:lnTo>
                    <a:pt x="21" y="48"/>
                  </a:lnTo>
                  <a:lnTo>
                    <a:pt x="22" y="47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6" y="44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30" y="44"/>
                  </a:lnTo>
                  <a:lnTo>
                    <a:pt x="31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4" y="48"/>
                  </a:lnTo>
                  <a:lnTo>
                    <a:pt x="34" y="49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3"/>
                  </a:lnTo>
                  <a:lnTo>
                    <a:pt x="34" y="55"/>
                  </a:lnTo>
                  <a:lnTo>
                    <a:pt x="34" y="56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3" y="59"/>
                  </a:lnTo>
                  <a:lnTo>
                    <a:pt x="32" y="59"/>
                  </a:lnTo>
                  <a:lnTo>
                    <a:pt x="32" y="60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0" y="61"/>
                  </a:lnTo>
                  <a:lnTo>
                    <a:pt x="29" y="61"/>
                  </a:lnTo>
                  <a:lnTo>
                    <a:pt x="29" y="63"/>
                  </a:lnTo>
                  <a:lnTo>
                    <a:pt x="30" y="65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2" y="69"/>
                  </a:lnTo>
                  <a:lnTo>
                    <a:pt x="30" y="70"/>
                  </a:lnTo>
                  <a:lnTo>
                    <a:pt x="29" y="71"/>
                  </a:lnTo>
                  <a:lnTo>
                    <a:pt x="27" y="71"/>
                  </a:lnTo>
                  <a:lnTo>
                    <a:pt x="25" y="72"/>
                  </a:lnTo>
                  <a:lnTo>
                    <a:pt x="24" y="72"/>
                  </a:lnTo>
                  <a:close/>
                  <a:moveTo>
                    <a:pt x="23" y="23"/>
                  </a:moveTo>
                  <a:lnTo>
                    <a:pt x="23" y="22"/>
                  </a:lnTo>
                  <a:lnTo>
                    <a:pt x="24" y="22"/>
                  </a:lnTo>
                  <a:lnTo>
                    <a:pt x="25" y="21"/>
                  </a:lnTo>
                  <a:lnTo>
                    <a:pt x="26" y="20"/>
                  </a:lnTo>
                  <a:lnTo>
                    <a:pt x="27" y="20"/>
                  </a:lnTo>
                  <a:lnTo>
                    <a:pt x="28" y="19"/>
                  </a:lnTo>
                  <a:lnTo>
                    <a:pt x="28" y="18"/>
                  </a:lnTo>
                  <a:lnTo>
                    <a:pt x="29" y="18"/>
                  </a:lnTo>
                  <a:lnTo>
                    <a:pt x="29" y="17"/>
                  </a:lnTo>
                  <a:lnTo>
                    <a:pt x="30" y="17"/>
                  </a:lnTo>
                  <a:lnTo>
                    <a:pt x="30" y="16"/>
                  </a:lnTo>
                  <a:lnTo>
                    <a:pt x="30" y="15"/>
                  </a:lnTo>
                  <a:lnTo>
                    <a:pt x="29" y="14"/>
                  </a:lnTo>
                  <a:lnTo>
                    <a:pt x="29" y="13"/>
                  </a:lnTo>
                  <a:lnTo>
                    <a:pt x="28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9" y="13"/>
                  </a:lnTo>
                  <a:lnTo>
                    <a:pt x="18" y="14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6"/>
                  </a:lnTo>
                  <a:lnTo>
                    <a:pt x="18" y="17"/>
                  </a:lnTo>
                  <a:lnTo>
                    <a:pt x="19" y="18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20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4"/>
            <p:cNvSpPr/>
            <p:nvPr/>
          </p:nvSpPr>
          <p:spPr>
            <a:xfrm>
              <a:off x="5044932" y="790987"/>
              <a:ext cx="128587" cy="134938"/>
            </a:xfrm>
            <a:custGeom>
              <a:rect b="b" l="l" r="r" t="t"/>
              <a:pathLst>
                <a:path extrusionOk="0" h="84" w="79">
                  <a:moveTo>
                    <a:pt x="32" y="80"/>
                  </a:moveTo>
                  <a:lnTo>
                    <a:pt x="55" y="27"/>
                  </a:lnTo>
                  <a:lnTo>
                    <a:pt x="53" y="27"/>
                  </a:lnTo>
                  <a:lnTo>
                    <a:pt x="51" y="26"/>
                  </a:lnTo>
                  <a:lnTo>
                    <a:pt x="50" y="25"/>
                  </a:lnTo>
                  <a:lnTo>
                    <a:pt x="48" y="25"/>
                  </a:lnTo>
                  <a:lnTo>
                    <a:pt x="46" y="24"/>
                  </a:lnTo>
                  <a:lnTo>
                    <a:pt x="45" y="23"/>
                  </a:lnTo>
                  <a:lnTo>
                    <a:pt x="43" y="23"/>
                  </a:lnTo>
                  <a:lnTo>
                    <a:pt x="33" y="47"/>
                  </a:lnTo>
                  <a:lnTo>
                    <a:pt x="32" y="48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29" y="53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5" y="56"/>
                  </a:lnTo>
                  <a:lnTo>
                    <a:pt x="23" y="56"/>
                  </a:lnTo>
                  <a:lnTo>
                    <a:pt x="22" y="57"/>
                  </a:lnTo>
                  <a:lnTo>
                    <a:pt x="20" y="58"/>
                  </a:lnTo>
                  <a:lnTo>
                    <a:pt x="18" y="58"/>
                  </a:lnTo>
                  <a:lnTo>
                    <a:pt x="16" y="58"/>
                  </a:lnTo>
                  <a:lnTo>
                    <a:pt x="15" y="58"/>
                  </a:lnTo>
                  <a:lnTo>
                    <a:pt x="13" y="58"/>
                  </a:lnTo>
                  <a:lnTo>
                    <a:pt x="11" y="57"/>
                  </a:lnTo>
                  <a:lnTo>
                    <a:pt x="9" y="57"/>
                  </a:lnTo>
                  <a:lnTo>
                    <a:pt x="7" y="56"/>
                  </a:lnTo>
                  <a:lnTo>
                    <a:pt x="6" y="55"/>
                  </a:lnTo>
                  <a:lnTo>
                    <a:pt x="5" y="54"/>
                  </a:lnTo>
                  <a:lnTo>
                    <a:pt x="3" y="52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1" y="48"/>
                  </a:lnTo>
                  <a:lnTo>
                    <a:pt x="1" y="46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6"/>
                  </a:lnTo>
                  <a:lnTo>
                    <a:pt x="9" y="12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5" y="11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3"/>
                  </a:lnTo>
                  <a:lnTo>
                    <a:pt x="15" y="3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7"/>
                  </a:lnTo>
                  <a:lnTo>
                    <a:pt x="29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4" y="9"/>
                  </a:lnTo>
                  <a:lnTo>
                    <a:pt x="36" y="9"/>
                  </a:lnTo>
                  <a:lnTo>
                    <a:pt x="37" y="10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3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5"/>
                  </a:lnTo>
                  <a:lnTo>
                    <a:pt x="53" y="16"/>
                  </a:lnTo>
                  <a:lnTo>
                    <a:pt x="54" y="16"/>
                  </a:lnTo>
                  <a:lnTo>
                    <a:pt x="56" y="17"/>
                  </a:lnTo>
                  <a:lnTo>
                    <a:pt x="58" y="18"/>
                  </a:lnTo>
                  <a:lnTo>
                    <a:pt x="59" y="18"/>
                  </a:lnTo>
                  <a:lnTo>
                    <a:pt x="61" y="19"/>
                  </a:lnTo>
                  <a:lnTo>
                    <a:pt x="62" y="19"/>
                  </a:lnTo>
                  <a:lnTo>
                    <a:pt x="64" y="20"/>
                  </a:lnTo>
                  <a:lnTo>
                    <a:pt x="66" y="21"/>
                  </a:lnTo>
                  <a:lnTo>
                    <a:pt x="68" y="21"/>
                  </a:lnTo>
                  <a:lnTo>
                    <a:pt x="69" y="22"/>
                  </a:lnTo>
                  <a:lnTo>
                    <a:pt x="71" y="23"/>
                  </a:lnTo>
                  <a:lnTo>
                    <a:pt x="73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6"/>
                  </a:lnTo>
                  <a:lnTo>
                    <a:pt x="79" y="26"/>
                  </a:lnTo>
                  <a:lnTo>
                    <a:pt x="74" y="36"/>
                  </a:lnTo>
                  <a:lnTo>
                    <a:pt x="73" y="35"/>
                  </a:lnTo>
                  <a:lnTo>
                    <a:pt x="71" y="34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5" y="31"/>
                  </a:lnTo>
                  <a:lnTo>
                    <a:pt x="41" y="84"/>
                  </a:lnTo>
                  <a:lnTo>
                    <a:pt x="39" y="83"/>
                  </a:lnTo>
                  <a:lnTo>
                    <a:pt x="38" y="83"/>
                  </a:lnTo>
                  <a:lnTo>
                    <a:pt x="36" y="82"/>
                  </a:lnTo>
                  <a:lnTo>
                    <a:pt x="34" y="81"/>
                  </a:lnTo>
                  <a:lnTo>
                    <a:pt x="33" y="80"/>
                  </a:lnTo>
                  <a:lnTo>
                    <a:pt x="32" y="80"/>
                  </a:lnTo>
                  <a:close/>
                  <a:moveTo>
                    <a:pt x="14" y="48"/>
                  </a:moveTo>
                  <a:lnTo>
                    <a:pt x="15" y="48"/>
                  </a:lnTo>
                  <a:lnTo>
                    <a:pt x="16" y="48"/>
                  </a:lnTo>
                  <a:lnTo>
                    <a:pt x="17" y="48"/>
                  </a:lnTo>
                  <a:lnTo>
                    <a:pt x="18" y="48"/>
                  </a:lnTo>
                  <a:lnTo>
                    <a:pt x="19" y="47"/>
                  </a:lnTo>
                  <a:lnTo>
                    <a:pt x="20" y="47"/>
                  </a:lnTo>
                  <a:lnTo>
                    <a:pt x="21" y="46"/>
                  </a:lnTo>
                  <a:lnTo>
                    <a:pt x="22" y="45"/>
                  </a:lnTo>
                  <a:lnTo>
                    <a:pt x="22" y="44"/>
                  </a:lnTo>
                  <a:lnTo>
                    <a:pt x="23" y="43"/>
                  </a:lnTo>
                  <a:lnTo>
                    <a:pt x="32" y="19"/>
                  </a:lnTo>
                  <a:lnTo>
                    <a:pt x="30" y="18"/>
                  </a:lnTo>
                  <a:lnTo>
                    <a:pt x="28" y="18"/>
                  </a:lnTo>
                  <a:lnTo>
                    <a:pt x="27" y="17"/>
                  </a:lnTo>
                  <a:lnTo>
                    <a:pt x="25" y="17"/>
                  </a:lnTo>
                  <a:lnTo>
                    <a:pt x="23" y="16"/>
                  </a:lnTo>
                  <a:lnTo>
                    <a:pt x="22" y="15"/>
                  </a:lnTo>
                  <a:lnTo>
                    <a:pt x="20" y="15"/>
                  </a:lnTo>
                  <a:lnTo>
                    <a:pt x="11" y="39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1" y="44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7"/>
                  </a:lnTo>
                  <a:lnTo>
                    <a:pt x="13" y="4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4"/>
            <p:cNvSpPr/>
            <p:nvPr/>
          </p:nvSpPr>
          <p:spPr>
            <a:xfrm>
              <a:off x="5203682" y="857662"/>
              <a:ext cx="125412" cy="146050"/>
            </a:xfrm>
            <a:custGeom>
              <a:rect b="b" l="l" r="r" t="t"/>
              <a:pathLst>
                <a:path extrusionOk="0" h="90" w="77">
                  <a:moveTo>
                    <a:pt x="1" y="74"/>
                  </a:moveTo>
                  <a:lnTo>
                    <a:pt x="1" y="72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1" y="67"/>
                  </a:lnTo>
                  <a:lnTo>
                    <a:pt x="1" y="65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1" y="60"/>
                  </a:lnTo>
                  <a:lnTo>
                    <a:pt x="1" y="58"/>
                  </a:lnTo>
                  <a:lnTo>
                    <a:pt x="1" y="56"/>
                  </a:lnTo>
                  <a:lnTo>
                    <a:pt x="1" y="54"/>
                  </a:lnTo>
                  <a:lnTo>
                    <a:pt x="1" y="52"/>
                  </a:lnTo>
                  <a:lnTo>
                    <a:pt x="1" y="50"/>
                  </a:lnTo>
                  <a:lnTo>
                    <a:pt x="1" y="49"/>
                  </a:lnTo>
                  <a:lnTo>
                    <a:pt x="1" y="47"/>
                  </a:lnTo>
                  <a:lnTo>
                    <a:pt x="1" y="45"/>
                  </a:lnTo>
                  <a:lnTo>
                    <a:pt x="1" y="43"/>
                  </a:lnTo>
                  <a:lnTo>
                    <a:pt x="1" y="42"/>
                  </a:lnTo>
                  <a:lnTo>
                    <a:pt x="1" y="40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1" y="31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2"/>
                  </a:lnTo>
                  <a:lnTo>
                    <a:pt x="11" y="33"/>
                  </a:lnTo>
                  <a:lnTo>
                    <a:pt x="12" y="34"/>
                  </a:lnTo>
                  <a:lnTo>
                    <a:pt x="12" y="34"/>
                  </a:lnTo>
                  <a:lnTo>
                    <a:pt x="13" y="35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5" y="36"/>
                  </a:lnTo>
                  <a:lnTo>
                    <a:pt x="15" y="36"/>
                  </a:lnTo>
                  <a:lnTo>
                    <a:pt x="16" y="36"/>
                  </a:lnTo>
                  <a:lnTo>
                    <a:pt x="17" y="36"/>
                  </a:lnTo>
                  <a:lnTo>
                    <a:pt x="18" y="36"/>
                  </a:lnTo>
                  <a:lnTo>
                    <a:pt x="19" y="36"/>
                  </a:lnTo>
                  <a:lnTo>
                    <a:pt x="20" y="36"/>
                  </a:lnTo>
                  <a:lnTo>
                    <a:pt x="20" y="36"/>
                  </a:lnTo>
                  <a:lnTo>
                    <a:pt x="21" y="35"/>
                  </a:lnTo>
                  <a:lnTo>
                    <a:pt x="29" y="22"/>
                  </a:lnTo>
                  <a:lnTo>
                    <a:pt x="28" y="21"/>
                  </a:lnTo>
                  <a:lnTo>
                    <a:pt x="26" y="20"/>
                  </a:lnTo>
                  <a:lnTo>
                    <a:pt x="25" y="19"/>
                  </a:lnTo>
                  <a:lnTo>
                    <a:pt x="23" y="18"/>
                  </a:lnTo>
                  <a:lnTo>
                    <a:pt x="22" y="17"/>
                  </a:lnTo>
                  <a:lnTo>
                    <a:pt x="20" y="16"/>
                  </a:lnTo>
                  <a:lnTo>
                    <a:pt x="19" y="15"/>
                  </a:lnTo>
                  <a:lnTo>
                    <a:pt x="17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9" y="10"/>
                  </a:lnTo>
                  <a:lnTo>
                    <a:pt x="7" y="9"/>
                  </a:lnTo>
                  <a:lnTo>
                    <a:pt x="12" y="0"/>
                  </a:lnTo>
                  <a:lnTo>
                    <a:pt x="14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4" y="6"/>
                  </a:lnTo>
                  <a:lnTo>
                    <a:pt x="25" y="7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4" y="13"/>
                  </a:lnTo>
                  <a:lnTo>
                    <a:pt x="35" y="14"/>
                  </a:lnTo>
                  <a:lnTo>
                    <a:pt x="37" y="15"/>
                  </a:lnTo>
                  <a:lnTo>
                    <a:pt x="38" y="15"/>
                  </a:lnTo>
                  <a:lnTo>
                    <a:pt x="40" y="16"/>
                  </a:lnTo>
                  <a:lnTo>
                    <a:pt x="42" y="17"/>
                  </a:lnTo>
                  <a:lnTo>
                    <a:pt x="43" y="18"/>
                  </a:lnTo>
                  <a:lnTo>
                    <a:pt x="45" y="19"/>
                  </a:lnTo>
                  <a:lnTo>
                    <a:pt x="46" y="20"/>
                  </a:lnTo>
                  <a:lnTo>
                    <a:pt x="47" y="21"/>
                  </a:lnTo>
                  <a:lnTo>
                    <a:pt x="49" y="22"/>
                  </a:lnTo>
                  <a:lnTo>
                    <a:pt x="50" y="23"/>
                  </a:lnTo>
                  <a:lnTo>
                    <a:pt x="52" y="24"/>
                  </a:lnTo>
                  <a:lnTo>
                    <a:pt x="53" y="25"/>
                  </a:lnTo>
                  <a:lnTo>
                    <a:pt x="55" y="26"/>
                  </a:lnTo>
                  <a:lnTo>
                    <a:pt x="56" y="27"/>
                  </a:lnTo>
                  <a:lnTo>
                    <a:pt x="58" y="28"/>
                  </a:lnTo>
                  <a:lnTo>
                    <a:pt x="59" y="29"/>
                  </a:lnTo>
                  <a:lnTo>
                    <a:pt x="61" y="30"/>
                  </a:lnTo>
                  <a:lnTo>
                    <a:pt x="61" y="31"/>
                  </a:lnTo>
                  <a:lnTo>
                    <a:pt x="63" y="32"/>
                  </a:lnTo>
                  <a:lnTo>
                    <a:pt x="64" y="33"/>
                  </a:lnTo>
                  <a:lnTo>
                    <a:pt x="66" y="34"/>
                  </a:lnTo>
                  <a:lnTo>
                    <a:pt x="67" y="35"/>
                  </a:lnTo>
                  <a:lnTo>
                    <a:pt x="69" y="37"/>
                  </a:lnTo>
                  <a:lnTo>
                    <a:pt x="70" y="38"/>
                  </a:lnTo>
                  <a:lnTo>
                    <a:pt x="72" y="39"/>
                  </a:lnTo>
                  <a:lnTo>
                    <a:pt x="73" y="40"/>
                  </a:lnTo>
                  <a:lnTo>
                    <a:pt x="74" y="41"/>
                  </a:lnTo>
                  <a:lnTo>
                    <a:pt x="76" y="42"/>
                  </a:lnTo>
                  <a:lnTo>
                    <a:pt x="77" y="43"/>
                  </a:lnTo>
                  <a:lnTo>
                    <a:pt x="70" y="51"/>
                  </a:lnTo>
                  <a:lnTo>
                    <a:pt x="69" y="50"/>
                  </a:lnTo>
                  <a:lnTo>
                    <a:pt x="68" y="49"/>
                  </a:lnTo>
                  <a:lnTo>
                    <a:pt x="66" y="47"/>
                  </a:lnTo>
                  <a:lnTo>
                    <a:pt x="65" y="46"/>
                  </a:lnTo>
                  <a:lnTo>
                    <a:pt x="63" y="45"/>
                  </a:lnTo>
                  <a:lnTo>
                    <a:pt x="62" y="45"/>
                  </a:lnTo>
                  <a:lnTo>
                    <a:pt x="26" y="90"/>
                  </a:lnTo>
                  <a:lnTo>
                    <a:pt x="25" y="89"/>
                  </a:lnTo>
                  <a:lnTo>
                    <a:pt x="23" y="88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19" y="85"/>
                  </a:lnTo>
                  <a:lnTo>
                    <a:pt x="18" y="84"/>
                  </a:lnTo>
                  <a:lnTo>
                    <a:pt x="36" y="61"/>
                  </a:lnTo>
                  <a:lnTo>
                    <a:pt x="34" y="60"/>
                  </a:lnTo>
                  <a:lnTo>
                    <a:pt x="33" y="59"/>
                  </a:lnTo>
                  <a:lnTo>
                    <a:pt x="31" y="58"/>
                  </a:lnTo>
                  <a:lnTo>
                    <a:pt x="30" y="57"/>
                  </a:lnTo>
                  <a:lnTo>
                    <a:pt x="28" y="56"/>
                  </a:lnTo>
                  <a:lnTo>
                    <a:pt x="27" y="55"/>
                  </a:lnTo>
                  <a:lnTo>
                    <a:pt x="25" y="53"/>
                  </a:lnTo>
                  <a:lnTo>
                    <a:pt x="25" y="52"/>
                  </a:lnTo>
                  <a:lnTo>
                    <a:pt x="26" y="50"/>
                  </a:lnTo>
                  <a:lnTo>
                    <a:pt x="26" y="48"/>
                  </a:lnTo>
                  <a:lnTo>
                    <a:pt x="26" y="46"/>
                  </a:lnTo>
                  <a:lnTo>
                    <a:pt x="27" y="44"/>
                  </a:lnTo>
                  <a:lnTo>
                    <a:pt x="27" y="43"/>
                  </a:lnTo>
                  <a:lnTo>
                    <a:pt x="29" y="44"/>
                  </a:lnTo>
                  <a:lnTo>
                    <a:pt x="30" y="45"/>
                  </a:lnTo>
                  <a:lnTo>
                    <a:pt x="32" y="46"/>
                  </a:lnTo>
                  <a:lnTo>
                    <a:pt x="33" y="47"/>
                  </a:lnTo>
                  <a:lnTo>
                    <a:pt x="35" y="48"/>
                  </a:lnTo>
                  <a:lnTo>
                    <a:pt x="36" y="49"/>
                  </a:lnTo>
                  <a:lnTo>
                    <a:pt x="38" y="50"/>
                  </a:lnTo>
                  <a:lnTo>
                    <a:pt x="39" y="51"/>
                  </a:lnTo>
                  <a:lnTo>
                    <a:pt x="41" y="52"/>
                  </a:lnTo>
                  <a:lnTo>
                    <a:pt x="42" y="53"/>
                  </a:lnTo>
                  <a:lnTo>
                    <a:pt x="53" y="38"/>
                  </a:lnTo>
                  <a:lnTo>
                    <a:pt x="52" y="37"/>
                  </a:lnTo>
                  <a:lnTo>
                    <a:pt x="50" y="36"/>
                  </a:lnTo>
                  <a:lnTo>
                    <a:pt x="49" y="35"/>
                  </a:lnTo>
                  <a:lnTo>
                    <a:pt x="47" y="33"/>
                  </a:lnTo>
                  <a:lnTo>
                    <a:pt x="46" y="32"/>
                  </a:lnTo>
                  <a:lnTo>
                    <a:pt x="44" y="31"/>
                  </a:lnTo>
                  <a:lnTo>
                    <a:pt x="43" y="30"/>
                  </a:lnTo>
                  <a:lnTo>
                    <a:pt x="41" y="29"/>
                  </a:lnTo>
                  <a:lnTo>
                    <a:pt x="39" y="28"/>
                  </a:lnTo>
                  <a:lnTo>
                    <a:pt x="30" y="41"/>
                  </a:lnTo>
                  <a:lnTo>
                    <a:pt x="29" y="43"/>
                  </a:lnTo>
                  <a:lnTo>
                    <a:pt x="27" y="44"/>
                  </a:lnTo>
                  <a:lnTo>
                    <a:pt x="26" y="45"/>
                  </a:lnTo>
                  <a:lnTo>
                    <a:pt x="25" y="46"/>
                  </a:lnTo>
                  <a:lnTo>
                    <a:pt x="23" y="47"/>
                  </a:lnTo>
                  <a:lnTo>
                    <a:pt x="22" y="48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7" y="49"/>
                  </a:lnTo>
                  <a:lnTo>
                    <a:pt x="15" y="49"/>
                  </a:lnTo>
                  <a:lnTo>
                    <a:pt x="14" y="48"/>
                  </a:lnTo>
                  <a:lnTo>
                    <a:pt x="13" y="48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6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50"/>
                  </a:lnTo>
                  <a:lnTo>
                    <a:pt x="11" y="52"/>
                  </a:lnTo>
                  <a:lnTo>
                    <a:pt x="11" y="54"/>
                  </a:lnTo>
                  <a:lnTo>
                    <a:pt x="11" y="55"/>
                  </a:lnTo>
                  <a:lnTo>
                    <a:pt x="11" y="57"/>
                  </a:lnTo>
                  <a:lnTo>
                    <a:pt x="11" y="59"/>
                  </a:lnTo>
                  <a:lnTo>
                    <a:pt x="11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5"/>
                  </a:lnTo>
                  <a:lnTo>
                    <a:pt x="11" y="67"/>
                  </a:lnTo>
                  <a:lnTo>
                    <a:pt x="11" y="69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9" y="75"/>
                  </a:lnTo>
                  <a:lnTo>
                    <a:pt x="7" y="75"/>
                  </a:lnTo>
                  <a:lnTo>
                    <a:pt x="5" y="74"/>
                  </a:lnTo>
                  <a:lnTo>
                    <a:pt x="4" y="74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4"/>
            <p:cNvSpPr/>
            <p:nvPr/>
          </p:nvSpPr>
          <p:spPr>
            <a:xfrm>
              <a:off x="5314807" y="871950"/>
              <a:ext cx="30162" cy="28575"/>
            </a:xfrm>
            <a:custGeom>
              <a:rect b="b" l="l" r="r" t="t"/>
              <a:pathLst>
                <a:path extrusionOk="0" h="18" w="19">
                  <a:moveTo>
                    <a:pt x="0" y="10"/>
                  </a:moveTo>
                  <a:lnTo>
                    <a:pt x="8" y="0"/>
                  </a:lnTo>
                  <a:lnTo>
                    <a:pt x="10" y="1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4" y="4"/>
                  </a:lnTo>
                  <a:lnTo>
                    <a:pt x="15" y="5"/>
                  </a:lnTo>
                  <a:lnTo>
                    <a:pt x="17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1" y="18"/>
                  </a:lnTo>
                  <a:lnTo>
                    <a:pt x="10" y="17"/>
                  </a:lnTo>
                  <a:lnTo>
                    <a:pt x="8" y="16"/>
                  </a:lnTo>
                  <a:lnTo>
                    <a:pt x="7" y="15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2" y="1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4"/>
            <p:cNvSpPr/>
            <p:nvPr/>
          </p:nvSpPr>
          <p:spPr>
            <a:xfrm>
              <a:off x="5292582" y="925925"/>
              <a:ext cx="100012" cy="120650"/>
            </a:xfrm>
            <a:custGeom>
              <a:rect b="b" l="l" r="r" t="t"/>
              <a:pathLst>
                <a:path extrusionOk="0" h="74" w="62">
                  <a:moveTo>
                    <a:pt x="0" y="71"/>
                  </a:moveTo>
                  <a:lnTo>
                    <a:pt x="1" y="70"/>
                  </a:lnTo>
                  <a:lnTo>
                    <a:pt x="1" y="68"/>
                  </a:lnTo>
                  <a:lnTo>
                    <a:pt x="1" y="66"/>
                  </a:lnTo>
                  <a:lnTo>
                    <a:pt x="2" y="64"/>
                  </a:lnTo>
                  <a:lnTo>
                    <a:pt x="2" y="63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3" y="57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4" y="52"/>
                  </a:lnTo>
                  <a:lnTo>
                    <a:pt x="4" y="50"/>
                  </a:lnTo>
                  <a:lnTo>
                    <a:pt x="4" y="48"/>
                  </a:lnTo>
                  <a:lnTo>
                    <a:pt x="4" y="47"/>
                  </a:lnTo>
                  <a:lnTo>
                    <a:pt x="5" y="45"/>
                  </a:lnTo>
                  <a:lnTo>
                    <a:pt x="5" y="43"/>
                  </a:lnTo>
                  <a:lnTo>
                    <a:pt x="5" y="42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9" y="22"/>
                  </a:lnTo>
                  <a:lnTo>
                    <a:pt x="11" y="22"/>
                  </a:lnTo>
                  <a:lnTo>
                    <a:pt x="13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7" y="31"/>
                  </a:lnTo>
                  <a:lnTo>
                    <a:pt x="17" y="32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35"/>
                  </a:lnTo>
                  <a:lnTo>
                    <a:pt x="17" y="36"/>
                  </a:lnTo>
                  <a:lnTo>
                    <a:pt x="18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4" y="37"/>
                  </a:lnTo>
                  <a:lnTo>
                    <a:pt x="24" y="36"/>
                  </a:lnTo>
                  <a:lnTo>
                    <a:pt x="35" y="25"/>
                  </a:lnTo>
                  <a:lnTo>
                    <a:pt x="34" y="23"/>
                  </a:lnTo>
                  <a:lnTo>
                    <a:pt x="32" y="22"/>
                  </a:lnTo>
                  <a:lnTo>
                    <a:pt x="31" y="21"/>
                  </a:lnTo>
                  <a:lnTo>
                    <a:pt x="30" y="20"/>
                  </a:lnTo>
                  <a:lnTo>
                    <a:pt x="28" y="19"/>
                  </a:lnTo>
                  <a:lnTo>
                    <a:pt x="27" y="17"/>
                  </a:lnTo>
                  <a:lnTo>
                    <a:pt x="25" y="16"/>
                  </a:lnTo>
                  <a:lnTo>
                    <a:pt x="24" y="15"/>
                  </a:lnTo>
                  <a:lnTo>
                    <a:pt x="23" y="14"/>
                  </a:lnTo>
                  <a:lnTo>
                    <a:pt x="21" y="13"/>
                  </a:lnTo>
                  <a:lnTo>
                    <a:pt x="20" y="12"/>
                  </a:lnTo>
                  <a:lnTo>
                    <a:pt x="18" y="10"/>
                  </a:lnTo>
                  <a:lnTo>
                    <a:pt x="17" y="9"/>
                  </a:lnTo>
                  <a:lnTo>
                    <a:pt x="15" y="8"/>
                  </a:lnTo>
                  <a:lnTo>
                    <a:pt x="22" y="0"/>
                  </a:lnTo>
                  <a:lnTo>
                    <a:pt x="23" y="1"/>
                  </a:lnTo>
                  <a:lnTo>
                    <a:pt x="25" y="2"/>
                  </a:lnTo>
                  <a:lnTo>
                    <a:pt x="26" y="3"/>
                  </a:lnTo>
                  <a:lnTo>
                    <a:pt x="27" y="5"/>
                  </a:lnTo>
                  <a:lnTo>
                    <a:pt x="29" y="6"/>
                  </a:lnTo>
                  <a:lnTo>
                    <a:pt x="30" y="7"/>
                  </a:lnTo>
                  <a:lnTo>
                    <a:pt x="32" y="8"/>
                  </a:lnTo>
                  <a:lnTo>
                    <a:pt x="33" y="9"/>
                  </a:lnTo>
                  <a:lnTo>
                    <a:pt x="34" y="10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40" y="15"/>
                  </a:lnTo>
                  <a:lnTo>
                    <a:pt x="41" y="16"/>
                  </a:lnTo>
                  <a:lnTo>
                    <a:pt x="43" y="18"/>
                  </a:lnTo>
                  <a:lnTo>
                    <a:pt x="44" y="19"/>
                  </a:lnTo>
                  <a:lnTo>
                    <a:pt x="45" y="20"/>
                  </a:lnTo>
                  <a:lnTo>
                    <a:pt x="47" y="21"/>
                  </a:lnTo>
                  <a:lnTo>
                    <a:pt x="48" y="23"/>
                  </a:lnTo>
                  <a:lnTo>
                    <a:pt x="49" y="24"/>
                  </a:lnTo>
                  <a:lnTo>
                    <a:pt x="51" y="25"/>
                  </a:lnTo>
                  <a:lnTo>
                    <a:pt x="52" y="26"/>
                  </a:lnTo>
                  <a:lnTo>
                    <a:pt x="53" y="28"/>
                  </a:lnTo>
                  <a:lnTo>
                    <a:pt x="55" y="29"/>
                  </a:lnTo>
                  <a:lnTo>
                    <a:pt x="56" y="30"/>
                  </a:lnTo>
                  <a:lnTo>
                    <a:pt x="57" y="31"/>
                  </a:lnTo>
                  <a:lnTo>
                    <a:pt x="58" y="33"/>
                  </a:lnTo>
                  <a:lnTo>
                    <a:pt x="60" y="34"/>
                  </a:lnTo>
                  <a:lnTo>
                    <a:pt x="61" y="35"/>
                  </a:lnTo>
                  <a:lnTo>
                    <a:pt x="62" y="37"/>
                  </a:lnTo>
                  <a:lnTo>
                    <a:pt x="55" y="44"/>
                  </a:lnTo>
                  <a:lnTo>
                    <a:pt x="54" y="42"/>
                  </a:lnTo>
                  <a:lnTo>
                    <a:pt x="52" y="41"/>
                  </a:lnTo>
                  <a:lnTo>
                    <a:pt x="51" y="40"/>
                  </a:lnTo>
                  <a:lnTo>
                    <a:pt x="50" y="38"/>
                  </a:lnTo>
                  <a:lnTo>
                    <a:pt x="48" y="37"/>
                  </a:lnTo>
                  <a:lnTo>
                    <a:pt x="47" y="36"/>
                  </a:lnTo>
                  <a:lnTo>
                    <a:pt x="46" y="35"/>
                  </a:lnTo>
                  <a:lnTo>
                    <a:pt x="45" y="33"/>
                  </a:lnTo>
                  <a:lnTo>
                    <a:pt x="44" y="32"/>
                  </a:lnTo>
                  <a:lnTo>
                    <a:pt x="31" y="45"/>
                  </a:lnTo>
                  <a:lnTo>
                    <a:pt x="30" y="46"/>
                  </a:lnTo>
                  <a:lnTo>
                    <a:pt x="29" y="47"/>
                  </a:lnTo>
                  <a:lnTo>
                    <a:pt x="27" y="48"/>
                  </a:lnTo>
                  <a:lnTo>
                    <a:pt x="25" y="48"/>
                  </a:lnTo>
                  <a:lnTo>
                    <a:pt x="23" y="49"/>
                  </a:lnTo>
                  <a:lnTo>
                    <a:pt x="21" y="49"/>
                  </a:lnTo>
                  <a:lnTo>
                    <a:pt x="19" y="49"/>
                  </a:lnTo>
                  <a:lnTo>
                    <a:pt x="17" y="49"/>
                  </a:lnTo>
                  <a:lnTo>
                    <a:pt x="16" y="48"/>
                  </a:lnTo>
                  <a:lnTo>
                    <a:pt x="14" y="47"/>
                  </a:lnTo>
                  <a:lnTo>
                    <a:pt x="14" y="49"/>
                  </a:lnTo>
                  <a:lnTo>
                    <a:pt x="14" y="50"/>
                  </a:lnTo>
                  <a:lnTo>
                    <a:pt x="13" y="52"/>
                  </a:lnTo>
                  <a:lnTo>
                    <a:pt x="13" y="54"/>
                  </a:lnTo>
                  <a:lnTo>
                    <a:pt x="13" y="56"/>
                  </a:lnTo>
                  <a:lnTo>
                    <a:pt x="12" y="58"/>
                  </a:lnTo>
                  <a:lnTo>
                    <a:pt x="12" y="60"/>
                  </a:lnTo>
                  <a:lnTo>
                    <a:pt x="11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0" y="67"/>
                  </a:lnTo>
                  <a:lnTo>
                    <a:pt x="10" y="69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5" y="73"/>
                  </a:lnTo>
                  <a:lnTo>
                    <a:pt x="4" y="72"/>
                  </a:lnTo>
                  <a:lnTo>
                    <a:pt x="2" y="72"/>
                  </a:lnTo>
                  <a:lnTo>
                    <a:pt x="0" y="71"/>
                  </a:lnTo>
                  <a:close/>
                  <a:moveTo>
                    <a:pt x="28" y="56"/>
                  </a:moveTo>
                  <a:lnTo>
                    <a:pt x="29" y="54"/>
                  </a:lnTo>
                  <a:lnTo>
                    <a:pt x="29" y="53"/>
                  </a:lnTo>
                  <a:lnTo>
                    <a:pt x="29" y="51"/>
                  </a:lnTo>
                  <a:lnTo>
                    <a:pt x="30" y="49"/>
                  </a:lnTo>
                  <a:lnTo>
                    <a:pt x="30" y="47"/>
                  </a:lnTo>
                  <a:lnTo>
                    <a:pt x="30" y="46"/>
                  </a:lnTo>
                  <a:lnTo>
                    <a:pt x="32" y="47"/>
                  </a:lnTo>
                  <a:lnTo>
                    <a:pt x="33" y="48"/>
                  </a:lnTo>
                  <a:lnTo>
                    <a:pt x="34" y="50"/>
                  </a:lnTo>
                  <a:lnTo>
                    <a:pt x="35" y="51"/>
                  </a:lnTo>
                  <a:lnTo>
                    <a:pt x="37" y="52"/>
                  </a:lnTo>
                  <a:lnTo>
                    <a:pt x="38" y="54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37" y="65"/>
                  </a:lnTo>
                  <a:lnTo>
                    <a:pt x="36" y="63"/>
                  </a:lnTo>
                  <a:lnTo>
                    <a:pt x="34" y="62"/>
                  </a:lnTo>
                  <a:lnTo>
                    <a:pt x="33" y="61"/>
                  </a:lnTo>
                  <a:lnTo>
                    <a:pt x="32" y="60"/>
                  </a:lnTo>
                  <a:lnTo>
                    <a:pt x="31" y="58"/>
                  </a:lnTo>
                  <a:lnTo>
                    <a:pt x="29" y="57"/>
                  </a:lnTo>
                  <a:lnTo>
                    <a:pt x="28" y="5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4"/>
            <p:cNvSpPr/>
            <p:nvPr/>
          </p:nvSpPr>
          <p:spPr>
            <a:xfrm>
              <a:off x="5348144" y="995775"/>
              <a:ext cx="122237" cy="136525"/>
            </a:xfrm>
            <a:custGeom>
              <a:rect b="b" l="l" r="r" t="t"/>
              <a:pathLst>
                <a:path extrusionOk="0" h="84" w="76">
                  <a:moveTo>
                    <a:pt x="9" y="76"/>
                  </a:moveTo>
                  <a:lnTo>
                    <a:pt x="23" y="65"/>
                  </a:lnTo>
                  <a:lnTo>
                    <a:pt x="21" y="65"/>
                  </a:lnTo>
                  <a:lnTo>
                    <a:pt x="19" y="65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4" y="63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10" y="61"/>
                  </a:lnTo>
                  <a:lnTo>
                    <a:pt x="9" y="59"/>
                  </a:lnTo>
                  <a:lnTo>
                    <a:pt x="8" y="58"/>
                  </a:lnTo>
                  <a:lnTo>
                    <a:pt x="6" y="56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3" y="50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1" y="46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2" y="27"/>
                  </a:lnTo>
                  <a:lnTo>
                    <a:pt x="3" y="25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8" y="17"/>
                  </a:lnTo>
                  <a:lnTo>
                    <a:pt x="9" y="16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13" y="20"/>
                  </a:lnTo>
                  <a:lnTo>
                    <a:pt x="14" y="21"/>
                  </a:lnTo>
                  <a:lnTo>
                    <a:pt x="15" y="22"/>
                  </a:lnTo>
                  <a:lnTo>
                    <a:pt x="16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9" y="26"/>
                  </a:lnTo>
                  <a:lnTo>
                    <a:pt x="20" y="27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5" y="30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31" y="30"/>
                  </a:lnTo>
                  <a:lnTo>
                    <a:pt x="32" y="30"/>
                  </a:lnTo>
                  <a:lnTo>
                    <a:pt x="34" y="29"/>
                  </a:lnTo>
                  <a:lnTo>
                    <a:pt x="36" y="28"/>
                  </a:lnTo>
                  <a:lnTo>
                    <a:pt x="37" y="27"/>
                  </a:lnTo>
                  <a:lnTo>
                    <a:pt x="38" y="26"/>
                  </a:lnTo>
                  <a:lnTo>
                    <a:pt x="39" y="24"/>
                  </a:lnTo>
                  <a:lnTo>
                    <a:pt x="40" y="22"/>
                  </a:lnTo>
                  <a:lnTo>
                    <a:pt x="40" y="21"/>
                  </a:lnTo>
                  <a:lnTo>
                    <a:pt x="40" y="19"/>
                  </a:lnTo>
                  <a:lnTo>
                    <a:pt x="40" y="17"/>
                  </a:lnTo>
                  <a:lnTo>
                    <a:pt x="40" y="16"/>
                  </a:lnTo>
                  <a:lnTo>
                    <a:pt x="39" y="14"/>
                  </a:lnTo>
                  <a:lnTo>
                    <a:pt x="38" y="13"/>
                  </a:lnTo>
                  <a:lnTo>
                    <a:pt x="38" y="12"/>
                  </a:lnTo>
                  <a:lnTo>
                    <a:pt x="37" y="12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35" y="12"/>
                  </a:lnTo>
                  <a:lnTo>
                    <a:pt x="34" y="12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1" y="13"/>
                  </a:lnTo>
                  <a:lnTo>
                    <a:pt x="30" y="14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30" y="16"/>
                  </a:lnTo>
                  <a:lnTo>
                    <a:pt x="30" y="16"/>
                  </a:lnTo>
                  <a:lnTo>
                    <a:pt x="30" y="17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31" y="19"/>
                  </a:lnTo>
                  <a:lnTo>
                    <a:pt x="25" y="24"/>
                  </a:lnTo>
                  <a:lnTo>
                    <a:pt x="24" y="23"/>
                  </a:lnTo>
                  <a:lnTo>
                    <a:pt x="22" y="21"/>
                  </a:lnTo>
                  <a:lnTo>
                    <a:pt x="22" y="19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20" y="15"/>
                  </a:lnTo>
                  <a:lnTo>
                    <a:pt x="20" y="13"/>
                  </a:lnTo>
                  <a:lnTo>
                    <a:pt x="20" y="12"/>
                  </a:lnTo>
                  <a:lnTo>
                    <a:pt x="20" y="10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5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28" y="1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1"/>
                  </a:lnTo>
                  <a:lnTo>
                    <a:pt x="43" y="2"/>
                  </a:lnTo>
                  <a:lnTo>
                    <a:pt x="45" y="3"/>
                  </a:lnTo>
                  <a:lnTo>
                    <a:pt x="46" y="4"/>
                  </a:lnTo>
                  <a:lnTo>
                    <a:pt x="47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50" y="10"/>
                  </a:lnTo>
                  <a:lnTo>
                    <a:pt x="51" y="11"/>
                  </a:lnTo>
                  <a:lnTo>
                    <a:pt x="51" y="13"/>
                  </a:lnTo>
                  <a:lnTo>
                    <a:pt x="51" y="15"/>
                  </a:lnTo>
                  <a:lnTo>
                    <a:pt x="52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1" y="25"/>
                  </a:lnTo>
                  <a:lnTo>
                    <a:pt x="51" y="27"/>
                  </a:lnTo>
                  <a:lnTo>
                    <a:pt x="50" y="29"/>
                  </a:lnTo>
                  <a:lnTo>
                    <a:pt x="49" y="30"/>
                  </a:lnTo>
                  <a:lnTo>
                    <a:pt x="48" y="32"/>
                  </a:lnTo>
                  <a:lnTo>
                    <a:pt x="47" y="33"/>
                  </a:lnTo>
                  <a:lnTo>
                    <a:pt x="46" y="34"/>
                  </a:lnTo>
                  <a:lnTo>
                    <a:pt x="44" y="36"/>
                  </a:lnTo>
                  <a:lnTo>
                    <a:pt x="43" y="37"/>
                  </a:lnTo>
                  <a:lnTo>
                    <a:pt x="41" y="38"/>
                  </a:lnTo>
                  <a:lnTo>
                    <a:pt x="39" y="39"/>
                  </a:lnTo>
                  <a:lnTo>
                    <a:pt x="38" y="40"/>
                  </a:lnTo>
                  <a:lnTo>
                    <a:pt x="36" y="41"/>
                  </a:lnTo>
                  <a:lnTo>
                    <a:pt x="34" y="41"/>
                  </a:lnTo>
                  <a:lnTo>
                    <a:pt x="32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7" y="41"/>
                  </a:lnTo>
                  <a:lnTo>
                    <a:pt x="25" y="40"/>
                  </a:lnTo>
                  <a:lnTo>
                    <a:pt x="24" y="40"/>
                  </a:lnTo>
                  <a:lnTo>
                    <a:pt x="22" y="39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7" y="36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3" y="33"/>
                  </a:lnTo>
                  <a:lnTo>
                    <a:pt x="12" y="35"/>
                  </a:lnTo>
                  <a:lnTo>
                    <a:pt x="12" y="37"/>
                  </a:lnTo>
                  <a:lnTo>
                    <a:pt x="11" y="38"/>
                  </a:lnTo>
                  <a:lnTo>
                    <a:pt x="11" y="40"/>
                  </a:lnTo>
                  <a:lnTo>
                    <a:pt x="11" y="42"/>
                  </a:lnTo>
                  <a:lnTo>
                    <a:pt x="11" y="43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13" y="48"/>
                  </a:lnTo>
                  <a:lnTo>
                    <a:pt x="14" y="50"/>
                  </a:lnTo>
                  <a:lnTo>
                    <a:pt x="15" y="51"/>
                  </a:lnTo>
                  <a:lnTo>
                    <a:pt x="16" y="52"/>
                  </a:lnTo>
                  <a:lnTo>
                    <a:pt x="18" y="54"/>
                  </a:lnTo>
                  <a:lnTo>
                    <a:pt x="19" y="55"/>
                  </a:lnTo>
                  <a:lnTo>
                    <a:pt x="21" y="55"/>
                  </a:lnTo>
                  <a:lnTo>
                    <a:pt x="22" y="56"/>
                  </a:lnTo>
                  <a:lnTo>
                    <a:pt x="23" y="56"/>
                  </a:lnTo>
                  <a:lnTo>
                    <a:pt x="25" y="57"/>
                  </a:lnTo>
                  <a:lnTo>
                    <a:pt x="27" y="57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55" y="41"/>
                  </a:lnTo>
                  <a:lnTo>
                    <a:pt x="54" y="39"/>
                  </a:lnTo>
                  <a:lnTo>
                    <a:pt x="53" y="38"/>
                  </a:lnTo>
                  <a:lnTo>
                    <a:pt x="52" y="36"/>
                  </a:lnTo>
                  <a:lnTo>
                    <a:pt x="51" y="35"/>
                  </a:lnTo>
                  <a:lnTo>
                    <a:pt x="50" y="34"/>
                  </a:lnTo>
                  <a:lnTo>
                    <a:pt x="58" y="27"/>
                  </a:lnTo>
                  <a:lnTo>
                    <a:pt x="59" y="29"/>
                  </a:lnTo>
                  <a:lnTo>
                    <a:pt x="60" y="30"/>
                  </a:lnTo>
                  <a:lnTo>
                    <a:pt x="61" y="32"/>
                  </a:lnTo>
                  <a:lnTo>
                    <a:pt x="62" y="33"/>
                  </a:lnTo>
                  <a:lnTo>
                    <a:pt x="63" y="35"/>
                  </a:lnTo>
                  <a:lnTo>
                    <a:pt x="64" y="36"/>
                  </a:lnTo>
                  <a:lnTo>
                    <a:pt x="65" y="37"/>
                  </a:lnTo>
                  <a:lnTo>
                    <a:pt x="66" y="39"/>
                  </a:lnTo>
                  <a:lnTo>
                    <a:pt x="67" y="40"/>
                  </a:lnTo>
                  <a:lnTo>
                    <a:pt x="68" y="42"/>
                  </a:lnTo>
                  <a:lnTo>
                    <a:pt x="69" y="43"/>
                  </a:lnTo>
                  <a:lnTo>
                    <a:pt x="70" y="44"/>
                  </a:lnTo>
                  <a:lnTo>
                    <a:pt x="71" y="46"/>
                  </a:lnTo>
                  <a:lnTo>
                    <a:pt x="72" y="47"/>
                  </a:lnTo>
                  <a:lnTo>
                    <a:pt x="73" y="49"/>
                  </a:lnTo>
                  <a:lnTo>
                    <a:pt x="74" y="50"/>
                  </a:lnTo>
                  <a:lnTo>
                    <a:pt x="76" y="52"/>
                  </a:lnTo>
                  <a:lnTo>
                    <a:pt x="76" y="53"/>
                  </a:lnTo>
                  <a:lnTo>
                    <a:pt x="68" y="59"/>
                  </a:lnTo>
                  <a:lnTo>
                    <a:pt x="67" y="58"/>
                  </a:lnTo>
                  <a:lnTo>
                    <a:pt x="66" y="56"/>
                  </a:lnTo>
                  <a:lnTo>
                    <a:pt x="65" y="55"/>
                  </a:lnTo>
                  <a:lnTo>
                    <a:pt x="64" y="53"/>
                  </a:lnTo>
                  <a:lnTo>
                    <a:pt x="63" y="51"/>
                  </a:lnTo>
                  <a:lnTo>
                    <a:pt x="62" y="50"/>
                  </a:lnTo>
                  <a:lnTo>
                    <a:pt x="15" y="84"/>
                  </a:lnTo>
                  <a:lnTo>
                    <a:pt x="14" y="83"/>
                  </a:lnTo>
                  <a:lnTo>
                    <a:pt x="13" y="82"/>
                  </a:lnTo>
                  <a:lnTo>
                    <a:pt x="12" y="80"/>
                  </a:lnTo>
                  <a:lnTo>
                    <a:pt x="11" y="79"/>
                  </a:lnTo>
                  <a:lnTo>
                    <a:pt x="10" y="77"/>
                  </a:lnTo>
                  <a:lnTo>
                    <a:pt x="9" y="7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4"/>
            <p:cNvSpPr/>
            <p:nvPr/>
          </p:nvSpPr>
          <p:spPr>
            <a:xfrm>
              <a:off x="5386244" y="1078325"/>
              <a:ext cx="112712" cy="92075"/>
            </a:xfrm>
            <a:custGeom>
              <a:rect b="b" l="l" r="r" t="t"/>
              <a:pathLst>
                <a:path extrusionOk="0" h="57" w="69">
                  <a:moveTo>
                    <a:pt x="0" y="48"/>
                  </a:moveTo>
                  <a:lnTo>
                    <a:pt x="49" y="16"/>
                  </a:lnTo>
                  <a:lnTo>
                    <a:pt x="48" y="14"/>
                  </a:lnTo>
                  <a:lnTo>
                    <a:pt x="47" y="13"/>
                  </a:lnTo>
                  <a:lnTo>
                    <a:pt x="46" y="11"/>
                  </a:lnTo>
                  <a:lnTo>
                    <a:pt x="45" y="10"/>
                  </a:lnTo>
                  <a:lnTo>
                    <a:pt x="44" y="8"/>
                  </a:lnTo>
                  <a:lnTo>
                    <a:pt x="43" y="7"/>
                  </a:lnTo>
                  <a:lnTo>
                    <a:pt x="42" y="6"/>
                  </a:lnTo>
                  <a:lnTo>
                    <a:pt x="51" y="0"/>
                  </a:lnTo>
                  <a:lnTo>
                    <a:pt x="52" y="1"/>
                  </a:lnTo>
                  <a:lnTo>
                    <a:pt x="53" y="3"/>
                  </a:lnTo>
                  <a:lnTo>
                    <a:pt x="54" y="4"/>
                  </a:lnTo>
                  <a:lnTo>
                    <a:pt x="55" y="6"/>
                  </a:lnTo>
                  <a:lnTo>
                    <a:pt x="56" y="7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9" y="12"/>
                  </a:lnTo>
                  <a:lnTo>
                    <a:pt x="60" y="14"/>
                  </a:lnTo>
                  <a:lnTo>
                    <a:pt x="60" y="15"/>
                  </a:lnTo>
                  <a:lnTo>
                    <a:pt x="61" y="16"/>
                  </a:lnTo>
                  <a:lnTo>
                    <a:pt x="62" y="18"/>
                  </a:lnTo>
                  <a:lnTo>
                    <a:pt x="63" y="19"/>
                  </a:lnTo>
                  <a:lnTo>
                    <a:pt x="64" y="21"/>
                  </a:lnTo>
                  <a:lnTo>
                    <a:pt x="65" y="22"/>
                  </a:lnTo>
                  <a:lnTo>
                    <a:pt x="66" y="24"/>
                  </a:lnTo>
                  <a:lnTo>
                    <a:pt x="67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9" y="30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59" y="32"/>
                  </a:lnTo>
                  <a:lnTo>
                    <a:pt x="58" y="30"/>
                  </a:lnTo>
                  <a:lnTo>
                    <a:pt x="57" y="29"/>
                  </a:lnTo>
                  <a:lnTo>
                    <a:pt x="56" y="27"/>
                  </a:lnTo>
                  <a:lnTo>
                    <a:pt x="55" y="26"/>
                  </a:lnTo>
                  <a:lnTo>
                    <a:pt x="6" y="57"/>
                  </a:lnTo>
                  <a:lnTo>
                    <a:pt x="5" y="55"/>
                  </a:lnTo>
                  <a:lnTo>
                    <a:pt x="4" y="53"/>
                  </a:lnTo>
                  <a:lnTo>
                    <a:pt x="3" y="52"/>
                  </a:lnTo>
                  <a:lnTo>
                    <a:pt x="2" y="50"/>
                  </a:lnTo>
                  <a:lnTo>
                    <a:pt x="1" y="4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4"/>
            <p:cNvSpPr/>
            <p:nvPr/>
          </p:nvSpPr>
          <p:spPr>
            <a:xfrm>
              <a:off x="5383069" y="1194212"/>
              <a:ext cx="49212" cy="23813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lnTo>
                    <a:pt x="2" y="7"/>
                  </a:lnTo>
                  <a:lnTo>
                    <a:pt x="3" y="6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1"/>
                  </a:lnTo>
                  <a:lnTo>
                    <a:pt x="21" y="1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8" y="8"/>
                  </a:lnTo>
                  <a:lnTo>
                    <a:pt x="29" y="9"/>
                  </a:lnTo>
                  <a:lnTo>
                    <a:pt x="30" y="11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3"/>
                  </a:lnTo>
                  <a:lnTo>
                    <a:pt x="23" y="13"/>
                  </a:lnTo>
                  <a:lnTo>
                    <a:pt x="21" y="13"/>
                  </a:lnTo>
                  <a:lnTo>
                    <a:pt x="19" y="13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5"/>
                  </a:lnTo>
                  <a:lnTo>
                    <a:pt x="6" y="15"/>
                  </a:lnTo>
                  <a:lnTo>
                    <a:pt x="4" y="15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1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4"/>
            <p:cNvSpPr/>
            <p:nvPr/>
          </p:nvSpPr>
          <p:spPr>
            <a:xfrm>
              <a:off x="5416407" y="1302162"/>
              <a:ext cx="57150" cy="88900"/>
            </a:xfrm>
            <a:custGeom>
              <a:rect b="b" l="l" r="r" t="t"/>
              <a:pathLst>
                <a:path extrusionOk="0" h="55" w="36">
                  <a:moveTo>
                    <a:pt x="2" y="38"/>
                  </a:moveTo>
                  <a:lnTo>
                    <a:pt x="2" y="36"/>
                  </a:lnTo>
                  <a:lnTo>
                    <a:pt x="2" y="34"/>
                  </a:lnTo>
                  <a:lnTo>
                    <a:pt x="1" y="32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1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1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9" y="15"/>
                  </a:lnTo>
                  <a:lnTo>
                    <a:pt x="9" y="17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9" y="21"/>
                  </a:lnTo>
                  <a:lnTo>
                    <a:pt x="9" y="23"/>
                  </a:lnTo>
                  <a:lnTo>
                    <a:pt x="9" y="25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0" y="30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1" y="35"/>
                  </a:lnTo>
                  <a:lnTo>
                    <a:pt x="11" y="37"/>
                  </a:lnTo>
                  <a:lnTo>
                    <a:pt x="12" y="39"/>
                  </a:lnTo>
                  <a:lnTo>
                    <a:pt x="13" y="41"/>
                  </a:lnTo>
                  <a:lnTo>
                    <a:pt x="13" y="42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20" y="46"/>
                  </a:lnTo>
                  <a:lnTo>
                    <a:pt x="22" y="46"/>
                  </a:lnTo>
                  <a:lnTo>
                    <a:pt x="23" y="46"/>
                  </a:lnTo>
                  <a:lnTo>
                    <a:pt x="24" y="45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7" y="39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5" y="33"/>
                  </a:lnTo>
                  <a:lnTo>
                    <a:pt x="25" y="32"/>
                  </a:lnTo>
                  <a:lnTo>
                    <a:pt x="24" y="32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2" y="28"/>
                  </a:lnTo>
                  <a:lnTo>
                    <a:pt x="23" y="27"/>
                  </a:lnTo>
                  <a:lnTo>
                    <a:pt x="24" y="25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8" y="24"/>
                  </a:lnTo>
                  <a:lnTo>
                    <a:pt x="29" y="25"/>
                  </a:lnTo>
                  <a:lnTo>
                    <a:pt x="30" y="26"/>
                  </a:lnTo>
                  <a:lnTo>
                    <a:pt x="31" y="27"/>
                  </a:lnTo>
                  <a:lnTo>
                    <a:pt x="32" y="28"/>
                  </a:lnTo>
                  <a:lnTo>
                    <a:pt x="33" y="29"/>
                  </a:lnTo>
                  <a:lnTo>
                    <a:pt x="34" y="30"/>
                  </a:lnTo>
                  <a:lnTo>
                    <a:pt x="34" y="31"/>
                  </a:lnTo>
                  <a:lnTo>
                    <a:pt x="35" y="32"/>
                  </a:lnTo>
                  <a:lnTo>
                    <a:pt x="35" y="33"/>
                  </a:lnTo>
                  <a:lnTo>
                    <a:pt x="36" y="35"/>
                  </a:lnTo>
                  <a:lnTo>
                    <a:pt x="36" y="37"/>
                  </a:lnTo>
                  <a:lnTo>
                    <a:pt x="36" y="39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4" y="46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0"/>
                  </a:lnTo>
                  <a:lnTo>
                    <a:pt x="29" y="51"/>
                  </a:lnTo>
                  <a:lnTo>
                    <a:pt x="28" y="53"/>
                  </a:lnTo>
                  <a:lnTo>
                    <a:pt x="26" y="53"/>
                  </a:lnTo>
                  <a:lnTo>
                    <a:pt x="25" y="54"/>
                  </a:lnTo>
                  <a:lnTo>
                    <a:pt x="23" y="54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8" y="55"/>
                  </a:lnTo>
                  <a:lnTo>
                    <a:pt x="16" y="54"/>
                  </a:lnTo>
                  <a:lnTo>
                    <a:pt x="14" y="54"/>
                  </a:lnTo>
                  <a:lnTo>
                    <a:pt x="13" y="53"/>
                  </a:lnTo>
                  <a:lnTo>
                    <a:pt x="11" y="52"/>
                  </a:lnTo>
                  <a:lnTo>
                    <a:pt x="10" y="51"/>
                  </a:lnTo>
                  <a:lnTo>
                    <a:pt x="9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3" y="41"/>
                  </a:lnTo>
                  <a:lnTo>
                    <a:pt x="3" y="39"/>
                  </a:lnTo>
                  <a:lnTo>
                    <a:pt x="2" y="38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4"/>
            <p:cNvSpPr/>
            <p:nvPr/>
          </p:nvSpPr>
          <p:spPr>
            <a:xfrm>
              <a:off x="5484669" y="1359312"/>
              <a:ext cx="109537" cy="161925"/>
            </a:xfrm>
            <a:custGeom>
              <a:rect b="b" l="l" r="r" t="t"/>
              <a:pathLst>
                <a:path extrusionOk="0" h="100" w="68">
                  <a:moveTo>
                    <a:pt x="0" y="75"/>
                  </a:moveTo>
                  <a:lnTo>
                    <a:pt x="57" y="71"/>
                  </a:lnTo>
                  <a:lnTo>
                    <a:pt x="57" y="69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4"/>
                  </a:lnTo>
                  <a:lnTo>
                    <a:pt x="56" y="62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30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5" y="57"/>
                  </a:lnTo>
                  <a:lnTo>
                    <a:pt x="24" y="56"/>
                  </a:lnTo>
                  <a:lnTo>
                    <a:pt x="22" y="55"/>
                  </a:lnTo>
                  <a:lnTo>
                    <a:pt x="20" y="54"/>
                  </a:lnTo>
                  <a:lnTo>
                    <a:pt x="19" y="53"/>
                  </a:lnTo>
                  <a:lnTo>
                    <a:pt x="18" y="52"/>
                  </a:lnTo>
                  <a:lnTo>
                    <a:pt x="16" y="50"/>
                  </a:lnTo>
                  <a:lnTo>
                    <a:pt x="15" y="49"/>
                  </a:lnTo>
                  <a:lnTo>
                    <a:pt x="14" y="47"/>
                  </a:lnTo>
                  <a:lnTo>
                    <a:pt x="14" y="46"/>
                  </a:lnTo>
                  <a:lnTo>
                    <a:pt x="13" y="44"/>
                  </a:lnTo>
                  <a:lnTo>
                    <a:pt x="12" y="42"/>
                  </a:lnTo>
                  <a:lnTo>
                    <a:pt x="12" y="41"/>
                  </a:lnTo>
                  <a:lnTo>
                    <a:pt x="11" y="39"/>
                  </a:lnTo>
                  <a:lnTo>
                    <a:pt x="11" y="38"/>
                  </a:lnTo>
                  <a:lnTo>
                    <a:pt x="11" y="36"/>
                  </a:lnTo>
                  <a:lnTo>
                    <a:pt x="11" y="34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6" y="22"/>
                  </a:lnTo>
                  <a:lnTo>
                    <a:pt x="17" y="20"/>
                  </a:lnTo>
                  <a:lnTo>
                    <a:pt x="18" y="19"/>
                  </a:lnTo>
                  <a:lnTo>
                    <a:pt x="19" y="18"/>
                  </a:lnTo>
                  <a:lnTo>
                    <a:pt x="21" y="17"/>
                  </a:lnTo>
                  <a:lnTo>
                    <a:pt x="23" y="16"/>
                  </a:lnTo>
                  <a:lnTo>
                    <a:pt x="24" y="16"/>
                  </a:lnTo>
                  <a:lnTo>
                    <a:pt x="26" y="15"/>
                  </a:lnTo>
                  <a:lnTo>
                    <a:pt x="51" y="10"/>
                  </a:lnTo>
                  <a:lnTo>
                    <a:pt x="51" y="9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49" y="2"/>
                  </a:lnTo>
                  <a:lnTo>
                    <a:pt x="59" y="0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1" y="7"/>
                  </a:lnTo>
                  <a:lnTo>
                    <a:pt x="61" y="9"/>
                  </a:lnTo>
                  <a:lnTo>
                    <a:pt x="61" y="10"/>
                  </a:lnTo>
                  <a:lnTo>
                    <a:pt x="61" y="12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9"/>
                  </a:lnTo>
                  <a:lnTo>
                    <a:pt x="63" y="21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3" y="27"/>
                  </a:lnTo>
                  <a:lnTo>
                    <a:pt x="64" y="29"/>
                  </a:lnTo>
                  <a:lnTo>
                    <a:pt x="64" y="31"/>
                  </a:lnTo>
                  <a:lnTo>
                    <a:pt x="64" y="33"/>
                  </a:lnTo>
                  <a:lnTo>
                    <a:pt x="64" y="34"/>
                  </a:lnTo>
                  <a:lnTo>
                    <a:pt x="64" y="36"/>
                  </a:lnTo>
                  <a:lnTo>
                    <a:pt x="65" y="38"/>
                  </a:lnTo>
                  <a:lnTo>
                    <a:pt x="65" y="40"/>
                  </a:lnTo>
                  <a:lnTo>
                    <a:pt x="65" y="42"/>
                  </a:lnTo>
                  <a:lnTo>
                    <a:pt x="65" y="44"/>
                  </a:lnTo>
                  <a:lnTo>
                    <a:pt x="65" y="45"/>
                  </a:lnTo>
                  <a:lnTo>
                    <a:pt x="66" y="47"/>
                  </a:lnTo>
                  <a:lnTo>
                    <a:pt x="66" y="48"/>
                  </a:lnTo>
                  <a:lnTo>
                    <a:pt x="66" y="50"/>
                  </a:lnTo>
                  <a:lnTo>
                    <a:pt x="66" y="52"/>
                  </a:lnTo>
                  <a:lnTo>
                    <a:pt x="66" y="54"/>
                  </a:lnTo>
                  <a:lnTo>
                    <a:pt x="66" y="56"/>
                  </a:lnTo>
                  <a:lnTo>
                    <a:pt x="66" y="57"/>
                  </a:lnTo>
                  <a:lnTo>
                    <a:pt x="66" y="59"/>
                  </a:lnTo>
                  <a:lnTo>
                    <a:pt x="66" y="61"/>
                  </a:lnTo>
                  <a:lnTo>
                    <a:pt x="67" y="63"/>
                  </a:lnTo>
                  <a:lnTo>
                    <a:pt x="67" y="65"/>
                  </a:lnTo>
                  <a:lnTo>
                    <a:pt x="67" y="66"/>
                  </a:lnTo>
                  <a:lnTo>
                    <a:pt x="67" y="68"/>
                  </a:lnTo>
                  <a:lnTo>
                    <a:pt x="67" y="70"/>
                  </a:lnTo>
                  <a:lnTo>
                    <a:pt x="67" y="72"/>
                  </a:lnTo>
                  <a:lnTo>
                    <a:pt x="67" y="74"/>
                  </a:lnTo>
                  <a:lnTo>
                    <a:pt x="67" y="76"/>
                  </a:lnTo>
                  <a:lnTo>
                    <a:pt x="67" y="77"/>
                  </a:lnTo>
                  <a:lnTo>
                    <a:pt x="67" y="79"/>
                  </a:lnTo>
                  <a:lnTo>
                    <a:pt x="67" y="81"/>
                  </a:lnTo>
                  <a:lnTo>
                    <a:pt x="67" y="83"/>
                  </a:lnTo>
                  <a:lnTo>
                    <a:pt x="67" y="84"/>
                  </a:lnTo>
                  <a:lnTo>
                    <a:pt x="67" y="86"/>
                  </a:lnTo>
                  <a:lnTo>
                    <a:pt x="67" y="88"/>
                  </a:lnTo>
                  <a:lnTo>
                    <a:pt x="67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100"/>
                  </a:lnTo>
                  <a:lnTo>
                    <a:pt x="58" y="100"/>
                  </a:lnTo>
                  <a:lnTo>
                    <a:pt x="58" y="98"/>
                  </a:lnTo>
                  <a:lnTo>
                    <a:pt x="58" y="96"/>
                  </a:lnTo>
                  <a:lnTo>
                    <a:pt x="58" y="94"/>
                  </a:lnTo>
                  <a:lnTo>
                    <a:pt x="58" y="92"/>
                  </a:lnTo>
                  <a:lnTo>
                    <a:pt x="58" y="91"/>
                  </a:lnTo>
                  <a:lnTo>
                    <a:pt x="57" y="89"/>
                  </a:lnTo>
                  <a:lnTo>
                    <a:pt x="57" y="86"/>
                  </a:lnTo>
                  <a:lnTo>
                    <a:pt x="0" y="88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close/>
                  <a:moveTo>
                    <a:pt x="21" y="36"/>
                  </a:moveTo>
                  <a:lnTo>
                    <a:pt x="21" y="38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23" y="41"/>
                  </a:lnTo>
                  <a:lnTo>
                    <a:pt x="24" y="42"/>
                  </a:lnTo>
                  <a:lnTo>
                    <a:pt x="25" y="43"/>
                  </a:lnTo>
                  <a:lnTo>
                    <a:pt x="26" y="43"/>
                  </a:lnTo>
                  <a:lnTo>
                    <a:pt x="27" y="44"/>
                  </a:lnTo>
                  <a:lnTo>
                    <a:pt x="28" y="44"/>
                  </a:lnTo>
                  <a:lnTo>
                    <a:pt x="29" y="44"/>
                  </a:lnTo>
                  <a:lnTo>
                    <a:pt x="55" y="40"/>
                  </a:lnTo>
                  <a:lnTo>
                    <a:pt x="55" y="39"/>
                  </a:lnTo>
                  <a:lnTo>
                    <a:pt x="54" y="37"/>
                  </a:lnTo>
                  <a:lnTo>
                    <a:pt x="54" y="35"/>
                  </a:lnTo>
                  <a:lnTo>
                    <a:pt x="54" y="33"/>
                  </a:lnTo>
                  <a:lnTo>
                    <a:pt x="54" y="31"/>
                  </a:lnTo>
                  <a:lnTo>
                    <a:pt x="54" y="30"/>
                  </a:lnTo>
                  <a:lnTo>
                    <a:pt x="53" y="28"/>
                  </a:lnTo>
                  <a:lnTo>
                    <a:pt x="53" y="26"/>
                  </a:lnTo>
                  <a:lnTo>
                    <a:pt x="53" y="24"/>
                  </a:lnTo>
                  <a:lnTo>
                    <a:pt x="27" y="28"/>
                  </a:lnTo>
                  <a:lnTo>
                    <a:pt x="26" y="29"/>
                  </a:lnTo>
                  <a:lnTo>
                    <a:pt x="25" y="29"/>
                  </a:lnTo>
                  <a:lnTo>
                    <a:pt x="24" y="30"/>
                  </a:lnTo>
                  <a:lnTo>
                    <a:pt x="23" y="30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21" y="33"/>
                  </a:lnTo>
                  <a:lnTo>
                    <a:pt x="21" y="34"/>
                  </a:lnTo>
                  <a:lnTo>
                    <a:pt x="21" y="35"/>
                  </a:lnTo>
                  <a:lnTo>
                    <a:pt x="21" y="36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4"/>
            <p:cNvSpPr/>
            <p:nvPr/>
          </p:nvSpPr>
          <p:spPr>
            <a:xfrm>
              <a:off x="5591032" y="1406937"/>
              <a:ext cx="52387" cy="87313"/>
            </a:xfrm>
            <a:custGeom>
              <a:rect b="b" l="l" r="r" t="t"/>
              <a:pathLst>
                <a:path extrusionOk="0" h="54" w="32">
                  <a:moveTo>
                    <a:pt x="0" y="41"/>
                  </a:moveTo>
                  <a:lnTo>
                    <a:pt x="0" y="39"/>
                  </a:lnTo>
                  <a:lnTo>
                    <a:pt x="1" y="38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3"/>
                  </a:lnTo>
                  <a:lnTo>
                    <a:pt x="6" y="31"/>
                  </a:lnTo>
                  <a:lnTo>
                    <a:pt x="7" y="29"/>
                  </a:lnTo>
                  <a:lnTo>
                    <a:pt x="8" y="28"/>
                  </a:lnTo>
                  <a:lnTo>
                    <a:pt x="9" y="26"/>
                  </a:lnTo>
                  <a:lnTo>
                    <a:pt x="9" y="25"/>
                  </a:lnTo>
                  <a:lnTo>
                    <a:pt x="10" y="23"/>
                  </a:lnTo>
                  <a:lnTo>
                    <a:pt x="11" y="22"/>
                  </a:lnTo>
                  <a:lnTo>
                    <a:pt x="12" y="21"/>
                  </a:lnTo>
                  <a:lnTo>
                    <a:pt x="13" y="19"/>
                  </a:lnTo>
                  <a:lnTo>
                    <a:pt x="14" y="18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8" y="11"/>
                  </a:lnTo>
                  <a:lnTo>
                    <a:pt x="19" y="9"/>
                  </a:lnTo>
                  <a:lnTo>
                    <a:pt x="19" y="7"/>
                  </a:lnTo>
                  <a:lnTo>
                    <a:pt x="20" y="6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1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28" y="5"/>
                  </a:lnTo>
                  <a:lnTo>
                    <a:pt x="30" y="7"/>
                  </a:lnTo>
                  <a:lnTo>
                    <a:pt x="31" y="8"/>
                  </a:lnTo>
                  <a:lnTo>
                    <a:pt x="32" y="9"/>
                  </a:lnTo>
                  <a:lnTo>
                    <a:pt x="31" y="10"/>
                  </a:lnTo>
                  <a:lnTo>
                    <a:pt x="30" y="12"/>
                  </a:lnTo>
                  <a:lnTo>
                    <a:pt x="29" y="13"/>
                  </a:lnTo>
                  <a:lnTo>
                    <a:pt x="28" y="15"/>
                  </a:lnTo>
                  <a:lnTo>
                    <a:pt x="27" y="17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4" y="21"/>
                  </a:lnTo>
                  <a:lnTo>
                    <a:pt x="23" y="22"/>
                  </a:lnTo>
                  <a:lnTo>
                    <a:pt x="22" y="24"/>
                  </a:lnTo>
                  <a:lnTo>
                    <a:pt x="21" y="25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30"/>
                  </a:lnTo>
                  <a:lnTo>
                    <a:pt x="17" y="31"/>
                  </a:lnTo>
                  <a:lnTo>
                    <a:pt x="16" y="32"/>
                  </a:lnTo>
                  <a:lnTo>
                    <a:pt x="15" y="34"/>
                  </a:lnTo>
                  <a:lnTo>
                    <a:pt x="14" y="35"/>
                  </a:lnTo>
                  <a:lnTo>
                    <a:pt x="13" y="37"/>
                  </a:lnTo>
                  <a:lnTo>
                    <a:pt x="12" y="38"/>
                  </a:lnTo>
                  <a:lnTo>
                    <a:pt x="11" y="40"/>
                  </a:lnTo>
                  <a:lnTo>
                    <a:pt x="10" y="41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7" y="45"/>
                  </a:lnTo>
                  <a:lnTo>
                    <a:pt x="6" y="46"/>
                  </a:lnTo>
                  <a:lnTo>
                    <a:pt x="5" y="48"/>
                  </a:lnTo>
                  <a:lnTo>
                    <a:pt x="4" y="49"/>
                  </a:lnTo>
                  <a:lnTo>
                    <a:pt x="3" y="51"/>
                  </a:lnTo>
                  <a:lnTo>
                    <a:pt x="2" y="52"/>
                  </a:lnTo>
                  <a:lnTo>
                    <a:pt x="1" y="53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1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4"/>
            <p:cNvSpPr/>
            <p:nvPr/>
          </p:nvSpPr>
          <p:spPr>
            <a:xfrm>
              <a:off x="4525819" y="2546762"/>
              <a:ext cx="642937" cy="98425"/>
            </a:xfrm>
            <a:custGeom>
              <a:rect b="b" l="l" r="r" t="t"/>
              <a:pathLst>
                <a:path extrusionOk="0" h="61" w="395">
                  <a:moveTo>
                    <a:pt x="22" y="49"/>
                  </a:moveTo>
                  <a:lnTo>
                    <a:pt x="2" y="21"/>
                  </a:lnTo>
                  <a:lnTo>
                    <a:pt x="8" y="17"/>
                  </a:lnTo>
                  <a:cubicBezTo>
                    <a:pt x="9" y="19"/>
                    <a:pt x="10" y="21"/>
                    <a:pt x="11" y="22"/>
                  </a:cubicBezTo>
                  <a:cubicBezTo>
                    <a:pt x="12" y="23"/>
                    <a:pt x="13" y="24"/>
                    <a:pt x="14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6" y="22"/>
                    <a:pt x="16" y="22"/>
                    <a:pt x="16" y="21"/>
                  </a:cubicBezTo>
                  <a:lnTo>
                    <a:pt x="16" y="11"/>
                  </a:lnTo>
                  <a:lnTo>
                    <a:pt x="0" y="11"/>
                  </a:lnTo>
                  <a:lnTo>
                    <a:pt x="0" y="5"/>
                  </a:lnTo>
                  <a:lnTo>
                    <a:pt x="35" y="5"/>
                  </a:lnTo>
                  <a:lnTo>
                    <a:pt x="35" y="11"/>
                  </a:lnTo>
                  <a:lnTo>
                    <a:pt x="23" y="11"/>
                  </a:lnTo>
                  <a:lnTo>
                    <a:pt x="23" y="22"/>
                  </a:lnTo>
                  <a:cubicBezTo>
                    <a:pt x="23" y="24"/>
                    <a:pt x="23" y="26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lnTo>
                    <a:pt x="27" y="45"/>
                  </a:lnTo>
                  <a:lnTo>
                    <a:pt x="22" y="49"/>
                  </a:lnTo>
                  <a:close/>
                  <a:moveTo>
                    <a:pt x="27" y="29"/>
                  </a:moveTo>
                  <a:lnTo>
                    <a:pt x="23" y="23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27" y="29"/>
                  </a:lnTo>
                  <a:close/>
                  <a:moveTo>
                    <a:pt x="67" y="49"/>
                  </a:moveTo>
                  <a:lnTo>
                    <a:pt x="67" y="38"/>
                  </a:lnTo>
                  <a:cubicBezTo>
                    <a:pt x="66" y="39"/>
                    <a:pt x="65" y="40"/>
                    <a:pt x="63" y="41"/>
                  </a:cubicBezTo>
                  <a:cubicBezTo>
                    <a:pt x="60" y="42"/>
                    <a:pt x="58" y="42"/>
                    <a:pt x="56" y="42"/>
                  </a:cubicBezTo>
                  <a:cubicBezTo>
                    <a:pt x="50" y="42"/>
                    <a:pt x="46" y="40"/>
                    <a:pt x="42" y="37"/>
                  </a:cubicBezTo>
                  <a:cubicBezTo>
                    <a:pt x="38" y="33"/>
                    <a:pt x="36" y="28"/>
                    <a:pt x="36" y="23"/>
                  </a:cubicBezTo>
                  <a:cubicBezTo>
                    <a:pt x="37" y="23"/>
                    <a:pt x="38" y="23"/>
                    <a:pt x="40" y="23"/>
                  </a:cubicBezTo>
                  <a:cubicBezTo>
                    <a:pt x="41" y="23"/>
                    <a:pt x="42" y="23"/>
                    <a:pt x="44" y="23"/>
                  </a:cubicBezTo>
                  <a:cubicBezTo>
                    <a:pt x="46" y="23"/>
                    <a:pt x="49" y="23"/>
                    <a:pt x="50" y="21"/>
                  </a:cubicBezTo>
                  <a:cubicBezTo>
                    <a:pt x="52" y="19"/>
                    <a:pt x="53" y="17"/>
                    <a:pt x="53" y="15"/>
                  </a:cubicBezTo>
                  <a:cubicBezTo>
                    <a:pt x="53" y="13"/>
                    <a:pt x="53" y="12"/>
                    <a:pt x="51" y="10"/>
                  </a:cubicBezTo>
                  <a:cubicBezTo>
                    <a:pt x="50" y="9"/>
                    <a:pt x="49" y="8"/>
                    <a:pt x="47" y="8"/>
                  </a:cubicBezTo>
                  <a:cubicBezTo>
                    <a:pt x="46" y="8"/>
                    <a:pt x="45" y="9"/>
                    <a:pt x="45" y="9"/>
                  </a:cubicBezTo>
                  <a:cubicBezTo>
                    <a:pt x="44" y="10"/>
                    <a:pt x="44" y="10"/>
                    <a:pt x="44" y="11"/>
                  </a:cubicBezTo>
                  <a:cubicBezTo>
                    <a:pt x="44" y="12"/>
                    <a:pt x="44" y="13"/>
                    <a:pt x="45" y="13"/>
                  </a:cubicBezTo>
                  <a:cubicBezTo>
                    <a:pt x="45" y="14"/>
                    <a:pt x="46" y="14"/>
                    <a:pt x="47" y="14"/>
                  </a:cubicBezTo>
                  <a:lnTo>
                    <a:pt x="47" y="19"/>
                  </a:lnTo>
                  <a:cubicBezTo>
                    <a:pt x="44" y="19"/>
                    <a:pt x="41" y="19"/>
                    <a:pt x="39" y="17"/>
                  </a:cubicBezTo>
                  <a:cubicBezTo>
                    <a:pt x="37" y="15"/>
                    <a:pt x="36" y="14"/>
                    <a:pt x="36" y="11"/>
                  </a:cubicBezTo>
                  <a:cubicBezTo>
                    <a:pt x="36" y="9"/>
                    <a:pt x="37" y="6"/>
                    <a:pt x="39" y="4"/>
                  </a:cubicBezTo>
                  <a:cubicBezTo>
                    <a:pt x="41" y="2"/>
                    <a:pt x="44" y="1"/>
                    <a:pt x="47" y="1"/>
                  </a:cubicBezTo>
                  <a:cubicBezTo>
                    <a:pt x="51" y="1"/>
                    <a:pt x="54" y="3"/>
                    <a:pt x="56" y="5"/>
                  </a:cubicBezTo>
                  <a:cubicBezTo>
                    <a:pt x="59" y="8"/>
                    <a:pt x="60" y="11"/>
                    <a:pt x="60" y="15"/>
                  </a:cubicBezTo>
                  <a:cubicBezTo>
                    <a:pt x="60" y="19"/>
                    <a:pt x="59" y="22"/>
                    <a:pt x="56" y="25"/>
                  </a:cubicBezTo>
                  <a:cubicBezTo>
                    <a:pt x="53" y="28"/>
                    <a:pt x="50" y="29"/>
                    <a:pt x="46" y="29"/>
                  </a:cubicBezTo>
                  <a:cubicBezTo>
                    <a:pt x="47" y="31"/>
                    <a:pt x="48" y="33"/>
                    <a:pt x="50" y="34"/>
                  </a:cubicBezTo>
                  <a:cubicBezTo>
                    <a:pt x="52" y="35"/>
                    <a:pt x="54" y="36"/>
                    <a:pt x="56" y="36"/>
                  </a:cubicBezTo>
                  <a:cubicBezTo>
                    <a:pt x="58" y="36"/>
                    <a:pt x="61" y="35"/>
                    <a:pt x="63" y="34"/>
                  </a:cubicBezTo>
                  <a:cubicBezTo>
                    <a:pt x="65" y="33"/>
                    <a:pt x="66" y="31"/>
                    <a:pt x="67" y="29"/>
                  </a:cubicBezTo>
                  <a:lnTo>
                    <a:pt x="67" y="11"/>
                  </a:lnTo>
                  <a:lnTo>
                    <a:pt x="63" y="11"/>
                  </a:lnTo>
                  <a:lnTo>
                    <a:pt x="63" y="5"/>
                  </a:lnTo>
                  <a:lnTo>
                    <a:pt x="81" y="5"/>
                  </a:lnTo>
                  <a:lnTo>
                    <a:pt x="81" y="11"/>
                  </a:lnTo>
                  <a:lnTo>
                    <a:pt x="74" y="11"/>
                  </a:lnTo>
                  <a:lnTo>
                    <a:pt x="74" y="49"/>
                  </a:lnTo>
                  <a:lnTo>
                    <a:pt x="67" y="49"/>
                  </a:lnTo>
                  <a:close/>
                  <a:moveTo>
                    <a:pt x="87" y="49"/>
                  </a:moveTo>
                  <a:lnTo>
                    <a:pt x="87" y="11"/>
                  </a:lnTo>
                  <a:lnTo>
                    <a:pt x="80" y="11"/>
                  </a:lnTo>
                  <a:lnTo>
                    <a:pt x="80" y="5"/>
                  </a:lnTo>
                  <a:lnTo>
                    <a:pt x="101" y="5"/>
                  </a:lnTo>
                  <a:lnTo>
                    <a:pt x="101" y="11"/>
                  </a:lnTo>
                  <a:lnTo>
                    <a:pt x="94" y="11"/>
                  </a:lnTo>
                  <a:lnTo>
                    <a:pt x="94" y="49"/>
                  </a:lnTo>
                  <a:lnTo>
                    <a:pt x="87" y="49"/>
                  </a:lnTo>
                  <a:close/>
                  <a:moveTo>
                    <a:pt x="125" y="49"/>
                  </a:moveTo>
                  <a:lnTo>
                    <a:pt x="125" y="34"/>
                  </a:lnTo>
                  <a:cubicBezTo>
                    <a:pt x="124" y="35"/>
                    <a:pt x="123" y="36"/>
                    <a:pt x="121" y="36"/>
                  </a:cubicBezTo>
                  <a:cubicBezTo>
                    <a:pt x="120" y="37"/>
                    <a:pt x="118" y="37"/>
                    <a:pt x="117" y="37"/>
                  </a:cubicBezTo>
                  <a:cubicBezTo>
                    <a:pt x="113" y="37"/>
                    <a:pt x="110" y="36"/>
                    <a:pt x="107" y="34"/>
                  </a:cubicBezTo>
                  <a:cubicBezTo>
                    <a:pt x="105" y="31"/>
                    <a:pt x="103" y="29"/>
                    <a:pt x="103" y="26"/>
                  </a:cubicBezTo>
                  <a:lnTo>
                    <a:pt x="103" y="11"/>
                  </a:lnTo>
                  <a:lnTo>
                    <a:pt x="99" y="11"/>
                  </a:lnTo>
                  <a:lnTo>
                    <a:pt x="99" y="5"/>
                  </a:lnTo>
                  <a:lnTo>
                    <a:pt x="139" y="5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32" y="49"/>
                  </a:lnTo>
                  <a:lnTo>
                    <a:pt x="125" y="49"/>
                  </a:lnTo>
                  <a:close/>
                  <a:moveTo>
                    <a:pt x="117" y="31"/>
                  </a:moveTo>
                  <a:cubicBezTo>
                    <a:pt x="118" y="31"/>
                    <a:pt x="119" y="30"/>
                    <a:pt x="121" y="30"/>
                  </a:cubicBezTo>
                  <a:cubicBezTo>
                    <a:pt x="122" y="29"/>
                    <a:pt x="124" y="28"/>
                    <a:pt x="125" y="26"/>
                  </a:cubicBezTo>
                  <a:lnTo>
                    <a:pt x="125" y="11"/>
                  </a:lnTo>
                  <a:lnTo>
                    <a:pt x="110" y="11"/>
                  </a:lnTo>
                  <a:lnTo>
                    <a:pt x="110" y="26"/>
                  </a:lnTo>
                  <a:cubicBezTo>
                    <a:pt x="110" y="27"/>
                    <a:pt x="111" y="28"/>
                    <a:pt x="112" y="29"/>
                  </a:cubicBezTo>
                  <a:cubicBezTo>
                    <a:pt x="114" y="30"/>
                    <a:pt x="115" y="31"/>
                    <a:pt x="117" y="31"/>
                  </a:cubicBezTo>
                  <a:close/>
                  <a:moveTo>
                    <a:pt x="166" y="49"/>
                  </a:moveTo>
                  <a:lnTo>
                    <a:pt x="166" y="26"/>
                  </a:lnTo>
                  <a:lnTo>
                    <a:pt x="154" y="26"/>
                  </a:lnTo>
                  <a:cubicBezTo>
                    <a:pt x="154" y="26"/>
                    <a:pt x="153" y="27"/>
                    <a:pt x="153" y="27"/>
                  </a:cubicBezTo>
                  <a:cubicBezTo>
                    <a:pt x="152" y="27"/>
                    <a:pt x="152" y="28"/>
                    <a:pt x="152" y="28"/>
                  </a:cubicBezTo>
                  <a:lnTo>
                    <a:pt x="152" y="33"/>
                  </a:lnTo>
                  <a:cubicBezTo>
                    <a:pt x="152" y="33"/>
                    <a:pt x="152" y="34"/>
                    <a:pt x="151" y="35"/>
                  </a:cubicBezTo>
                  <a:cubicBezTo>
                    <a:pt x="151" y="35"/>
                    <a:pt x="150" y="35"/>
                    <a:pt x="150" y="35"/>
                  </a:cubicBezTo>
                  <a:cubicBezTo>
                    <a:pt x="148" y="35"/>
                    <a:pt x="146" y="34"/>
                    <a:pt x="143" y="31"/>
                  </a:cubicBezTo>
                  <a:cubicBezTo>
                    <a:pt x="141" y="28"/>
                    <a:pt x="139" y="25"/>
                    <a:pt x="139" y="23"/>
                  </a:cubicBezTo>
                  <a:cubicBezTo>
                    <a:pt x="139" y="22"/>
                    <a:pt x="140" y="21"/>
                    <a:pt x="140" y="21"/>
                  </a:cubicBezTo>
                  <a:cubicBezTo>
                    <a:pt x="141" y="20"/>
                    <a:pt x="142" y="20"/>
                    <a:pt x="143" y="20"/>
                  </a:cubicBezTo>
                  <a:lnTo>
                    <a:pt x="166" y="20"/>
                  </a:lnTo>
                  <a:lnTo>
                    <a:pt x="166" y="11"/>
                  </a:lnTo>
                  <a:lnTo>
                    <a:pt x="137" y="11"/>
                  </a:lnTo>
                  <a:lnTo>
                    <a:pt x="137" y="5"/>
                  </a:lnTo>
                  <a:lnTo>
                    <a:pt x="180" y="5"/>
                  </a:lnTo>
                  <a:lnTo>
                    <a:pt x="180" y="11"/>
                  </a:lnTo>
                  <a:lnTo>
                    <a:pt x="173" y="11"/>
                  </a:lnTo>
                  <a:lnTo>
                    <a:pt x="173" y="49"/>
                  </a:lnTo>
                  <a:lnTo>
                    <a:pt x="166" y="49"/>
                  </a:lnTo>
                  <a:close/>
                  <a:moveTo>
                    <a:pt x="185" y="49"/>
                  </a:moveTo>
                  <a:lnTo>
                    <a:pt x="185" y="11"/>
                  </a:lnTo>
                  <a:lnTo>
                    <a:pt x="178" y="11"/>
                  </a:lnTo>
                  <a:lnTo>
                    <a:pt x="178" y="5"/>
                  </a:lnTo>
                  <a:lnTo>
                    <a:pt x="199" y="5"/>
                  </a:lnTo>
                  <a:lnTo>
                    <a:pt x="199" y="11"/>
                  </a:lnTo>
                  <a:lnTo>
                    <a:pt x="192" y="11"/>
                  </a:lnTo>
                  <a:lnTo>
                    <a:pt x="192" y="49"/>
                  </a:lnTo>
                  <a:lnTo>
                    <a:pt x="185" y="49"/>
                  </a:lnTo>
                  <a:close/>
                  <a:moveTo>
                    <a:pt x="204" y="30"/>
                  </a:moveTo>
                  <a:lnTo>
                    <a:pt x="204" y="23"/>
                  </a:lnTo>
                  <a:lnTo>
                    <a:pt x="236" y="23"/>
                  </a:lnTo>
                  <a:lnTo>
                    <a:pt x="236" y="30"/>
                  </a:lnTo>
                  <a:lnTo>
                    <a:pt x="204" y="30"/>
                  </a:lnTo>
                  <a:close/>
                  <a:moveTo>
                    <a:pt x="268" y="51"/>
                  </a:moveTo>
                  <a:lnTo>
                    <a:pt x="268" y="27"/>
                  </a:lnTo>
                  <a:cubicBezTo>
                    <a:pt x="267" y="27"/>
                    <a:pt x="266" y="28"/>
                    <a:pt x="265" y="28"/>
                  </a:cubicBezTo>
                  <a:cubicBezTo>
                    <a:pt x="264" y="29"/>
                    <a:pt x="263" y="29"/>
                    <a:pt x="262" y="29"/>
                  </a:cubicBezTo>
                  <a:cubicBezTo>
                    <a:pt x="258" y="29"/>
                    <a:pt x="255" y="28"/>
                    <a:pt x="252" y="25"/>
                  </a:cubicBezTo>
                  <a:cubicBezTo>
                    <a:pt x="250" y="23"/>
                    <a:pt x="248" y="20"/>
                    <a:pt x="248" y="16"/>
                  </a:cubicBezTo>
                  <a:cubicBezTo>
                    <a:pt x="248" y="12"/>
                    <a:pt x="250" y="9"/>
                    <a:pt x="252" y="6"/>
                  </a:cubicBezTo>
                  <a:cubicBezTo>
                    <a:pt x="255" y="4"/>
                    <a:pt x="258" y="2"/>
                    <a:pt x="262" y="2"/>
                  </a:cubicBezTo>
                  <a:cubicBezTo>
                    <a:pt x="265" y="2"/>
                    <a:pt x="269" y="4"/>
                    <a:pt x="271" y="6"/>
                  </a:cubicBezTo>
                  <a:cubicBezTo>
                    <a:pt x="274" y="9"/>
                    <a:pt x="275" y="12"/>
                    <a:pt x="275" y="16"/>
                  </a:cubicBezTo>
                  <a:lnTo>
                    <a:pt x="275" y="51"/>
                  </a:lnTo>
                  <a:lnTo>
                    <a:pt x="268" y="51"/>
                  </a:lnTo>
                  <a:close/>
                  <a:moveTo>
                    <a:pt x="262" y="22"/>
                  </a:moveTo>
                  <a:cubicBezTo>
                    <a:pt x="263" y="22"/>
                    <a:pt x="265" y="22"/>
                    <a:pt x="266" y="21"/>
                  </a:cubicBezTo>
                  <a:cubicBezTo>
                    <a:pt x="267" y="19"/>
                    <a:pt x="268" y="18"/>
                    <a:pt x="268" y="16"/>
                  </a:cubicBezTo>
                  <a:cubicBezTo>
                    <a:pt x="268" y="14"/>
                    <a:pt x="267" y="13"/>
                    <a:pt x="266" y="12"/>
                  </a:cubicBezTo>
                  <a:cubicBezTo>
                    <a:pt x="265" y="10"/>
                    <a:pt x="263" y="10"/>
                    <a:pt x="262" y="10"/>
                  </a:cubicBezTo>
                  <a:cubicBezTo>
                    <a:pt x="260" y="10"/>
                    <a:pt x="259" y="10"/>
                    <a:pt x="258" y="12"/>
                  </a:cubicBezTo>
                  <a:cubicBezTo>
                    <a:pt x="256" y="13"/>
                    <a:pt x="256" y="14"/>
                    <a:pt x="256" y="16"/>
                  </a:cubicBezTo>
                  <a:cubicBezTo>
                    <a:pt x="256" y="18"/>
                    <a:pt x="256" y="19"/>
                    <a:pt x="258" y="21"/>
                  </a:cubicBezTo>
                  <a:cubicBezTo>
                    <a:pt x="259" y="22"/>
                    <a:pt x="260" y="22"/>
                    <a:pt x="262" y="22"/>
                  </a:cubicBezTo>
                  <a:close/>
                  <a:moveTo>
                    <a:pt x="302" y="49"/>
                  </a:moveTo>
                  <a:cubicBezTo>
                    <a:pt x="298" y="49"/>
                    <a:pt x="294" y="47"/>
                    <a:pt x="290" y="44"/>
                  </a:cubicBezTo>
                  <a:cubicBezTo>
                    <a:pt x="287" y="42"/>
                    <a:pt x="286" y="38"/>
                    <a:pt x="286" y="34"/>
                  </a:cubicBezTo>
                  <a:cubicBezTo>
                    <a:pt x="286" y="32"/>
                    <a:pt x="286" y="31"/>
                    <a:pt x="287" y="29"/>
                  </a:cubicBezTo>
                  <a:cubicBezTo>
                    <a:pt x="288" y="27"/>
                    <a:pt x="289" y="25"/>
                    <a:pt x="291" y="23"/>
                  </a:cubicBezTo>
                  <a:lnTo>
                    <a:pt x="310" y="5"/>
                  </a:lnTo>
                  <a:lnTo>
                    <a:pt x="315" y="9"/>
                  </a:lnTo>
                  <a:lnTo>
                    <a:pt x="297" y="27"/>
                  </a:lnTo>
                  <a:cubicBezTo>
                    <a:pt x="295" y="29"/>
                    <a:pt x="294" y="30"/>
                    <a:pt x="294" y="31"/>
                  </a:cubicBezTo>
                  <a:cubicBezTo>
                    <a:pt x="293" y="33"/>
                    <a:pt x="293" y="34"/>
                    <a:pt x="293" y="34"/>
                  </a:cubicBezTo>
                  <a:cubicBezTo>
                    <a:pt x="293" y="37"/>
                    <a:pt x="294" y="38"/>
                    <a:pt x="296" y="40"/>
                  </a:cubicBezTo>
                  <a:cubicBezTo>
                    <a:pt x="297" y="41"/>
                    <a:pt x="300" y="42"/>
                    <a:pt x="302" y="42"/>
                  </a:cubicBezTo>
                  <a:cubicBezTo>
                    <a:pt x="304" y="42"/>
                    <a:pt x="305" y="42"/>
                    <a:pt x="307" y="41"/>
                  </a:cubicBezTo>
                  <a:cubicBezTo>
                    <a:pt x="309" y="40"/>
                    <a:pt x="311" y="39"/>
                    <a:pt x="313" y="38"/>
                  </a:cubicBezTo>
                  <a:lnTo>
                    <a:pt x="316" y="42"/>
                  </a:lnTo>
                  <a:cubicBezTo>
                    <a:pt x="314" y="44"/>
                    <a:pt x="312" y="46"/>
                    <a:pt x="309" y="47"/>
                  </a:cubicBezTo>
                  <a:cubicBezTo>
                    <a:pt x="307" y="48"/>
                    <a:pt x="304" y="49"/>
                    <a:pt x="302" y="49"/>
                  </a:cubicBezTo>
                  <a:close/>
                  <a:moveTo>
                    <a:pt x="348" y="54"/>
                  </a:moveTo>
                  <a:lnTo>
                    <a:pt x="344" y="49"/>
                  </a:lnTo>
                  <a:cubicBezTo>
                    <a:pt x="345" y="49"/>
                    <a:pt x="346" y="49"/>
                    <a:pt x="347" y="48"/>
                  </a:cubicBezTo>
                  <a:cubicBezTo>
                    <a:pt x="348" y="47"/>
                    <a:pt x="349" y="47"/>
                    <a:pt x="349" y="46"/>
                  </a:cubicBezTo>
                  <a:cubicBezTo>
                    <a:pt x="349" y="45"/>
                    <a:pt x="349" y="44"/>
                    <a:pt x="348" y="43"/>
                  </a:cubicBezTo>
                  <a:cubicBezTo>
                    <a:pt x="348" y="42"/>
                    <a:pt x="348" y="41"/>
                    <a:pt x="348" y="41"/>
                  </a:cubicBezTo>
                  <a:lnTo>
                    <a:pt x="328" y="22"/>
                  </a:lnTo>
                  <a:cubicBezTo>
                    <a:pt x="327" y="21"/>
                    <a:pt x="326" y="19"/>
                    <a:pt x="326" y="18"/>
                  </a:cubicBezTo>
                  <a:cubicBezTo>
                    <a:pt x="325" y="16"/>
                    <a:pt x="325" y="15"/>
                    <a:pt x="325" y="13"/>
                  </a:cubicBezTo>
                  <a:cubicBezTo>
                    <a:pt x="325" y="9"/>
                    <a:pt x="326" y="6"/>
                    <a:pt x="329" y="4"/>
                  </a:cubicBezTo>
                  <a:cubicBezTo>
                    <a:pt x="332" y="1"/>
                    <a:pt x="335" y="0"/>
                    <a:pt x="338" y="0"/>
                  </a:cubicBezTo>
                  <a:cubicBezTo>
                    <a:pt x="342" y="0"/>
                    <a:pt x="345" y="1"/>
                    <a:pt x="347" y="4"/>
                  </a:cubicBezTo>
                  <a:cubicBezTo>
                    <a:pt x="350" y="6"/>
                    <a:pt x="351" y="9"/>
                    <a:pt x="351" y="13"/>
                  </a:cubicBezTo>
                  <a:cubicBezTo>
                    <a:pt x="351" y="16"/>
                    <a:pt x="350" y="19"/>
                    <a:pt x="348" y="22"/>
                  </a:cubicBezTo>
                  <a:cubicBezTo>
                    <a:pt x="346" y="25"/>
                    <a:pt x="344" y="26"/>
                    <a:pt x="341" y="26"/>
                  </a:cubicBezTo>
                  <a:lnTo>
                    <a:pt x="354" y="39"/>
                  </a:lnTo>
                  <a:cubicBezTo>
                    <a:pt x="354" y="40"/>
                    <a:pt x="355" y="41"/>
                    <a:pt x="355" y="42"/>
                  </a:cubicBezTo>
                  <a:cubicBezTo>
                    <a:pt x="356" y="43"/>
                    <a:pt x="356" y="44"/>
                    <a:pt x="356" y="45"/>
                  </a:cubicBezTo>
                  <a:cubicBezTo>
                    <a:pt x="356" y="48"/>
                    <a:pt x="355" y="50"/>
                    <a:pt x="354" y="51"/>
                  </a:cubicBezTo>
                  <a:cubicBezTo>
                    <a:pt x="352" y="53"/>
                    <a:pt x="350" y="54"/>
                    <a:pt x="348" y="54"/>
                  </a:cubicBezTo>
                  <a:close/>
                  <a:moveTo>
                    <a:pt x="338" y="21"/>
                  </a:moveTo>
                  <a:cubicBezTo>
                    <a:pt x="339" y="21"/>
                    <a:pt x="341" y="20"/>
                    <a:pt x="342" y="18"/>
                  </a:cubicBezTo>
                  <a:cubicBezTo>
                    <a:pt x="344" y="17"/>
                    <a:pt x="344" y="15"/>
                    <a:pt x="344" y="13"/>
                  </a:cubicBezTo>
                  <a:cubicBezTo>
                    <a:pt x="344" y="11"/>
                    <a:pt x="344" y="9"/>
                    <a:pt x="343" y="8"/>
                  </a:cubicBezTo>
                  <a:cubicBezTo>
                    <a:pt x="341" y="6"/>
                    <a:pt x="340" y="6"/>
                    <a:pt x="338" y="6"/>
                  </a:cubicBezTo>
                  <a:cubicBezTo>
                    <a:pt x="337" y="6"/>
                    <a:pt x="335" y="6"/>
                    <a:pt x="334" y="8"/>
                  </a:cubicBezTo>
                  <a:cubicBezTo>
                    <a:pt x="333" y="9"/>
                    <a:pt x="332" y="11"/>
                    <a:pt x="332" y="13"/>
                  </a:cubicBezTo>
                  <a:cubicBezTo>
                    <a:pt x="332" y="15"/>
                    <a:pt x="333" y="17"/>
                    <a:pt x="334" y="18"/>
                  </a:cubicBezTo>
                  <a:cubicBezTo>
                    <a:pt x="335" y="20"/>
                    <a:pt x="336" y="21"/>
                    <a:pt x="338" y="21"/>
                  </a:cubicBezTo>
                  <a:close/>
                  <a:moveTo>
                    <a:pt x="388" y="61"/>
                  </a:moveTo>
                  <a:cubicBezTo>
                    <a:pt x="387" y="59"/>
                    <a:pt x="385" y="57"/>
                    <a:pt x="384" y="55"/>
                  </a:cubicBezTo>
                  <a:cubicBezTo>
                    <a:pt x="383" y="52"/>
                    <a:pt x="383" y="50"/>
                    <a:pt x="383" y="48"/>
                  </a:cubicBezTo>
                  <a:cubicBezTo>
                    <a:pt x="378" y="47"/>
                    <a:pt x="374" y="46"/>
                    <a:pt x="371" y="43"/>
                  </a:cubicBezTo>
                  <a:cubicBezTo>
                    <a:pt x="369" y="41"/>
                    <a:pt x="367" y="38"/>
                    <a:pt x="367" y="35"/>
                  </a:cubicBezTo>
                  <a:cubicBezTo>
                    <a:pt x="367" y="33"/>
                    <a:pt x="367" y="31"/>
                    <a:pt x="368" y="29"/>
                  </a:cubicBezTo>
                  <a:cubicBezTo>
                    <a:pt x="369" y="28"/>
                    <a:pt x="370" y="26"/>
                    <a:pt x="371" y="25"/>
                  </a:cubicBezTo>
                  <a:cubicBezTo>
                    <a:pt x="369" y="24"/>
                    <a:pt x="368" y="23"/>
                    <a:pt x="366" y="21"/>
                  </a:cubicBezTo>
                  <a:cubicBezTo>
                    <a:pt x="365" y="19"/>
                    <a:pt x="365" y="17"/>
                    <a:pt x="365" y="16"/>
                  </a:cubicBezTo>
                  <a:cubicBezTo>
                    <a:pt x="365" y="13"/>
                    <a:pt x="366" y="10"/>
                    <a:pt x="369" y="8"/>
                  </a:cubicBezTo>
                  <a:cubicBezTo>
                    <a:pt x="372" y="6"/>
                    <a:pt x="375" y="4"/>
                    <a:pt x="379" y="4"/>
                  </a:cubicBezTo>
                  <a:cubicBezTo>
                    <a:pt x="380" y="4"/>
                    <a:pt x="381" y="5"/>
                    <a:pt x="382" y="5"/>
                  </a:cubicBezTo>
                  <a:cubicBezTo>
                    <a:pt x="383" y="5"/>
                    <a:pt x="384" y="5"/>
                    <a:pt x="385" y="5"/>
                  </a:cubicBezTo>
                  <a:lnTo>
                    <a:pt x="388" y="12"/>
                  </a:lnTo>
                  <a:cubicBezTo>
                    <a:pt x="387" y="11"/>
                    <a:pt x="385" y="11"/>
                    <a:pt x="384" y="11"/>
                  </a:cubicBezTo>
                  <a:cubicBezTo>
                    <a:pt x="383" y="11"/>
                    <a:pt x="381" y="10"/>
                    <a:pt x="379" y="10"/>
                  </a:cubicBezTo>
                  <a:cubicBezTo>
                    <a:pt x="377" y="10"/>
                    <a:pt x="376" y="11"/>
                    <a:pt x="374" y="12"/>
                  </a:cubicBezTo>
                  <a:cubicBezTo>
                    <a:pt x="373" y="13"/>
                    <a:pt x="373" y="14"/>
                    <a:pt x="373" y="16"/>
                  </a:cubicBezTo>
                  <a:cubicBezTo>
                    <a:pt x="373" y="17"/>
                    <a:pt x="373" y="19"/>
                    <a:pt x="375" y="20"/>
                  </a:cubicBezTo>
                  <a:cubicBezTo>
                    <a:pt x="377" y="21"/>
                    <a:pt x="379" y="22"/>
                    <a:pt x="381" y="22"/>
                  </a:cubicBezTo>
                  <a:lnTo>
                    <a:pt x="385" y="22"/>
                  </a:lnTo>
                  <a:lnTo>
                    <a:pt x="388" y="28"/>
                  </a:lnTo>
                  <a:lnTo>
                    <a:pt x="382" y="28"/>
                  </a:lnTo>
                  <a:cubicBezTo>
                    <a:pt x="380" y="28"/>
                    <a:pt x="378" y="28"/>
                    <a:pt x="377" y="30"/>
                  </a:cubicBezTo>
                  <a:cubicBezTo>
                    <a:pt x="376" y="31"/>
                    <a:pt x="375" y="33"/>
                    <a:pt x="375" y="35"/>
                  </a:cubicBezTo>
                  <a:cubicBezTo>
                    <a:pt x="375" y="37"/>
                    <a:pt x="376" y="38"/>
                    <a:pt x="377" y="40"/>
                  </a:cubicBezTo>
                  <a:cubicBezTo>
                    <a:pt x="379" y="41"/>
                    <a:pt x="381" y="42"/>
                    <a:pt x="383" y="42"/>
                  </a:cubicBezTo>
                  <a:cubicBezTo>
                    <a:pt x="384" y="40"/>
                    <a:pt x="385" y="38"/>
                    <a:pt x="386" y="37"/>
                  </a:cubicBezTo>
                  <a:cubicBezTo>
                    <a:pt x="387" y="36"/>
                    <a:pt x="389" y="36"/>
                    <a:pt x="390" y="36"/>
                  </a:cubicBezTo>
                  <a:cubicBezTo>
                    <a:pt x="391" y="36"/>
                    <a:pt x="393" y="36"/>
                    <a:pt x="394" y="37"/>
                  </a:cubicBezTo>
                  <a:cubicBezTo>
                    <a:pt x="394" y="37"/>
                    <a:pt x="395" y="38"/>
                    <a:pt x="395" y="39"/>
                  </a:cubicBezTo>
                  <a:cubicBezTo>
                    <a:pt x="395" y="41"/>
                    <a:pt x="394" y="43"/>
                    <a:pt x="393" y="44"/>
                  </a:cubicBezTo>
                  <a:cubicBezTo>
                    <a:pt x="392" y="46"/>
                    <a:pt x="391" y="47"/>
                    <a:pt x="389" y="47"/>
                  </a:cubicBezTo>
                  <a:cubicBezTo>
                    <a:pt x="389" y="49"/>
                    <a:pt x="390" y="51"/>
                    <a:pt x="391" y="52"/>
                  </a:cubicBezTo>
                  <a:cubicBezTo>
                    <a:pt x="391" y="54"/>
                    <a:pt x="393" y="55"/>
                    <a:pt x="394" y="57"/>
                  </a:cubicBezTo>
                  <a:lnTo>
                    <a:pt x="388" y="61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4"/>
            <p:cNvSpPr/>
            <p:nvPr/>
          </p:nvSpPr>
          <p:spPr>
            <a:xfrm>
              <a:off x="4838557" y="1637125"/>
              <a:ext cx="17462" cy="15875"/>
            </a:xfrm>
            <a:custGeom>
              <a:rect b="b" l="l" r="r" t="t"/>
              <a:pathLst>
                <a:path extrusionOk="0" h="10" w="11">
                  <a:moveTo>
                    <a:pt x="5" y="10"/>
                  </a:moveTo>
                  <a:lnTo>
                    <a:pt x="0" y="7"/>
                  </a:lnTo>
                  <a:lnTo>
                    <a:pt x="2" y="4"/>
                  </a:lnTo>
                  <a:lnTo>
                    <a:pt x="5" y="0"/>
                  </a:lnTo>
                  <a:lnTo>
                    <a:pt x="8" y="4"/>
                  </a:lnTo>
                  <a:lnTo>
                    <a:pt x="11" y="8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14151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57" name="Google Shape;1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1086" y="1975399"/>
            <a:ext cx="420914" cy="488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4"/>
          <p:cNvSpPr txBox="1"/>
          <p:nvPr/>
        </p:nvSpPr>
        <p:spPr>
          <a:xfrm>
            <a:off x="2634188" y="5209105"/>
            <a:ext cx="702425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2021-07-05T16:22:22Z</dcterms:created>
  <dc:creator>Sampada V</dc:creator>
</cp:coreProperties>
</file>